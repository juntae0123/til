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82B8A9-7A53-476F-823B-4A8492952F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6385682-4513-452F-9AD2-110164FD4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6CAA07-CE11-4E4D-90F8-76F034824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691F99-5AAF-4841-9D4A-F3DA9CE97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7164D0-454B-4A87-AC4E-BCAF41CE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4455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2DCD76-8821-4470-9D72-F2D94C83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5B2810-387F-4899-A0CC-4684746C31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3E7988-295E-4297-A9AD-B48C241B9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796428-482E-4232-A69B-618612994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955CA6-ACBA-41C7-BEC0-8E4A76D0C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6650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C8185-C9B2-4CB7-8018-04FAC6A60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F46AB2E-63D6-4662-8DFC-92DD80E8E9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6767F5-F509-49D2-9F51-CA069E386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C386D10-718F-4DDC-B0EE-B4ECCB508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3294C1-014F-4A3C-A2F1-78B8647D6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044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16012F-F12D-4AE6-8243-32DE7F194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355EFE-FED9-47FF-A714-D1CFB4909B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AE44C8C-1F3F-4E97-A645-2B2CAAA4D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A55D37-815C-45C4-916E-DFE22489D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AD6563-888F-46C2-8C03-B03298613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91BB166-4AEA-4686-AF44-CD8D6FE8B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6302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345EE6-97C3-483C-882A-BB1A9A04A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278C79-E40E-424F-B48B-61A3F0268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C6B86E-3B2E-4126-8A3F-C8530C6D7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F4C8690-D5E4-4D85-9D4E-9C72685AA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2927DF7-C63A-4D96-9B1F-9A5A9EE427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F218301-B40D-4321-8AA8-1A50102882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CF751D0-C352-4659-90C1-DEC25D3E9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D37C2C3-36EC-405E-8839-1EF91447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6498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DC3B4C-5664-49D7-9AB5-98D03BE82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5D5F97-D970-4EFD-9338-2447F10AD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41328A1-E91F-40FF-9660-2C694CD9E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C9E7EA3-3E81-4F32-9BDD-20D22E3C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2197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7C3EACE-0289-498E-9350-5504C5F97C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F2DB95E-8BDF-4F84-9CFF-4EDA47692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0750AB2-6FEE-4494-B32B-4AD952AE3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80923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DB2A68-0DCE-4F1A-813C-B3CC6760C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FC952-5DDD-4621-BB33-43166DC93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56516F-18A2-4E3A-A29B-0FDD27DBBE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99BC812-E507-440A-97F5-8A7F13088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FE2B66-D611-480C-8494-54992A69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15113F8-1FB3-4ED5-A5D9-F62CC0ECF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4256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E24723-1312-4A81-9AE7-9D936B346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CCE4396-1461-4EED-AF77-1677B794F0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92E65C2-3455-46F7-AFC4-14808760C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3F2CC6E-77B0-4EE3-A727-D81CB360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F181E9-05E8-40EC-8516-346F2FBC9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EC68CA4-C6FC-4451-BA6B-C1E417C7E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1361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3AB07-5879-4D5A-8902-44A421FFA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6033D7C-BC6F-4BAC-BB4B-787FCA592B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988DB0-C0EB-43F6-AF68-076F212FE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42AA3C-32BD-4158-9917-596EEB9DD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87DBAE-986F-4176-9F80-F57D2E520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8708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80A8CA0-D1B1-4E04-85F2-D76F253CE4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E7FE41-CEEF-419D-A24F-40D1299729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EFA2EBF-BB72-46E1-A6C9-FB2A85894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B77F3B-CB20-43C8-84C0-CB6B35F3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DCA5010-D465-46EA-B9AA-D4A8A7D5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611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0F5B3AE-F987-4A5B-9FB0-98E72294E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3D2E9B0-EA2E-4017-8E9B-0386CE391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9C879D9-6DF3-4338-ADB1-14691AA9C5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CA0FCD-8513-4F66-978F-8B587952DE2A}" type="datetimeFigureOut">
              <a:rPr lang="ko-KR" altLang="en-US" smtClean="0"/>
              <a:t>2026-03-19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FF0776-E5FF-4994-A657-62F29E8169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C5AFC-1AC4-4508-B855-5CCF9F002D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9D190C-9EC4-43F7-9618-318BCC40DB7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6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BE9243C-D07D-4B88-BC76-81D7F1F8EC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387" y="471074"/>
            <a:ext cx="10755226" cy="5915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5832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80EA9EF-FD62-4D12-8156-632F2028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939" y="456785"/>
            <a:ext cx="10898121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61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66700F0-4514-4BD9-AD65-80DD5FAB3B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071" y="390101"/>
            <a:ext cx="10983858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8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4F3947B-56D7-4D14-9D4C-C261C566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861" y="952154"/>
            <a:ext cx="10050278" cy="4953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1062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D33135-C288-4564-B200-25A77690D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642548"/>
            <a:ext cx="10679015" cy="5572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2716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F98155-80EB-4CE4-93B9-80C1374D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281" y="537759"/>
            <a:ext cx="10831437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764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323F548-8BF3-4AC7-B471-5987F4C0F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571" y="456785"/>
            <a:ext cx="10802858" cy="5944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228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457405D-D0A0-4DF7-A50C-EB503B242B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437732"/>
            <a:ext cx="10698068" cy="598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9665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9864367-C453-4BCC-B24C-4FBAE3143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624" y="423443"/>
            <a:ext cx="10764752" cy="6011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81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481EDD9-21A5-488A-86AE-04BDCD6C8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492" y="537759"/>
            <a:ext cx="10679015" cy="578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288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0BA2778-0D74-4CCB-BBC0-CE736AD00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018" y="404390"/>
            <a:ext cx="11021963" cy="604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0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0</Words>
  <Application>Microsoft Office PowerPoint</Application>
  <PresentationFormat>와이드스크린</PresentationFormat>
  <Paragraphs>0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SSAFY</dc:creator>
  <cp:lastModifiedBy>SSAFY</cp:lastModifiedBy>
  <cp:revision>6</cp:revision>
  <dcterms:created xsi:type="dcterms:W3CDTF">2026-03-19T00:23:13Z</dcterms:created>
  <dcterms:modified xsi:type="dcterms:W3CDTF">2026-03-19T02:45:55Z</dcterms:modified>
</cp:coreProperties>
</file>