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800" r:id="rId5"/>
    <p:sldId id="802" r:id="rId6"/>
    <p:sldId id="803" r:id="rId7"/>
    <p:sldId id="804" r:id="rId8"/>
    <p:sldId id="812" r:id="rId9"/>
    <p:sldId id="805" r:id="rId10"/>
    <p:sldId id="806" r:id="rId11"/>
    <p:sldId id="813" r:id="rId12"/>
    <p:sldId id="807" r:id="rId13"/>
    <p:sldId id="808" r:id="rId14"/>
    <p:sldId id="809" r:id="rId15"/>
    <p:sldId id="810" r:id="rId16"/>
    <p:sldId id="811" r:id="rId17"/>
    <p:sldId id="814" r:id="rId18"/>
    <p:sldId id="815" r:id="rId19"/>
    <p:sldId id="816" r:id="rId20"/>
    <p:sldId id="817" r:id="rId21"/>
    <p:sldId id="818" r:id="rId22"/>
    <p:sldId id="835" r:id="rId23"/>
    <p:sldId id="836" r:id="rId24"/>
    <p:sldId id="837" r:id="rId25"/>
    <p:sldId id="838" r:id="rId26"/>
    <p:sldId id="839" r:id="rId27"/>
    <p:sldId id="840" r:id="rId28"/>
    <p:sldId id="853" r:id="rId29"/>
    <p:sldId id="841" r:id="rId30"/>
    <p:sldId id="842" r:id="rId31"/>
    <p:sldId id="843" r:id="rId32"/>
    <p:sldId id="844" r:id="rId33"/>
    <p:sldId id="845" r:id="rId34"/>
    <p:sldId id="846" r:id="rId35"/>
    <p:sldId id="847" r:id="rId36"/>
    <p:sldId id="848" r:id="rId37"/>
    <p:sldId id="849" r:id="rId38"/>
    <p:sldId id="850" r:id="rId39"/>
    <p:sldId id="851" r:id="rId40"/>
    <p:sldId id="852" r:id="rId41"/>
    <p:sldId id="854" r:id="rId42"/>
    <p:sldId id="855" r:id="rId43"/>
    <p:sldId id="856" r:id="rId44"/>
    <p:sldId id="857" r:id="rId45"/>
    <p:sldId id="785" r:id="rId46"/>
    <p:sldId id="788" r:id="rId47"/>
    <p:sldId id="859" r:id="rId48"/>
    <p:sldId id="789" r:id="rId49"/>
    <p:sldId id="790" r:id="rId50"/>
    <p:sldId id="791" r:id="rId51"/>
  </p:sldIdLst>
  <p:sldSz cx="12192000" cy="6858000"/>
  <p:notesSz cx="6797675" cy="9926638"/>
  <p:embeddedFontLst>
    <p:embeddedFont>
      <p:font typeface="D2Coding" panose="020B0600000101010101" charset="-127"/>
      <p:regular r:id="rId54"/>
      <p:bold r:id="rId55"/>
    </p:embeddedFont>
    <p:embeddedFont>
      <p:font typeface="Pretendard Variable Light" panose="020B0600000101010101" charset="-127"/>
      <p:regular r:id="rId56"/>
      <p:bold r:id="rId57"/>
    </p:embeddedFont>
    <p:embeddedFont>
      <p:font typeface="삼성긴고딕 Bold" panose="020B0600000101010101" charset="-127"/>
      <p:regular r:id="rId58"/>
      <p:bold r:id="rId59"/>
    </p:embeddedFont>
    <p:embeddedFont>
      <p:font typeface="삼성긴고딕 ExtraBold" panose="020B0600000101010101" charset="-127"/>
      <p:regular r:id="rId60"/>
      <p:bold r:id="rId61"/>
    </p:embeddedFont>
    <p:embeddedFont>
      <p:font typeface="삼성긴고딕 Medium" panose="020B0600000101010101" charset="-127"/>
      <p:regular r:id="rId62"/>
    </p:embeddedFont>
    <p:embeddedFont>
      <p:font typeface="삼성긴고딕 Regular" panose="020B0600000101010101" charset="-127"/>
      <p:regular r:id="rId63"/>
    </p:embeddedFont>
    <p:embeddedFont>
      <p:font typeface="맑은 고딕" panose="020B0503020000020004" pitchFamily="50" charset="-127"/>
      <p:regular r:id="rId64"/>
      <p:bold r:id="rId65"/>
      <p:italic r:id="rId66"/>
      <p:boldItalic r:id="rId6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orient="horz" pos="133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orient="horz" pos="1017">
          <p15:clr>
            <a:srgbClr val="A4A3A4"/>
          </p15:clr>
        </p15:guide>
        <p15:guide id="5" orient="horz" pos="4156" userDrawn="1">
          <p15:clr>
            <a:srgbClr val="A4A3A4"/>
          </p15:clr>
        </p15:guide>
        <p15:guide id="6" pos="7401" userDrawn="1">
          <p15:clr>
            <a:srgbClr val="A4A3A4"/>
          </p15:clr>
        </p15:guide>
        <p15:guide id="7" pos="210">
          <p15:clr>
            <a:srgbClr val="A4A3A4"/>
          </p15:clr>
        </p15:guide>
        <p15:guide id="8" pos="7471">
          <p15:clr>
            <a:srgbClr val="A4A3A4"/>
          </p15:clr>
        </p15:guide>
        <p15:guide id="9" pos="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udent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5FC"/>
    <a:srgbClr val="1368CE"/>
    <a:srgbClr val="002060"/>
    <a:srgbClr val="4A72C5"/>
    <a:srgbClr val="E7F0F9"/>
    <a:srgbClr val="1BB1E6"/>
    <a:srgbClr val="FEFEFE"/>
    <a:srgbClr val="0542BB"/>
    <a:srgbClr val="0070C0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75A25-B5B8-42D6-B2B8-700DFEB729F0}" v="2" dt="2025-08-11T05:56:10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9" autoAdjust="0"/>
    <p:restoredTop sz="96327" autoAdjust="0"/>
  </p:normalViewPr>
  <p:slideViewPr>
    <p:cSldViewPr snapToGrid="0">
      <p:cViewPr varScale="1">
        <p:scale>
          <a:sx n="54" d="100"/>
          <a:sy n="54" d="100"/>
        </p:scale>
        <p:origin x="606" y="66"/>
      </p:cViewPr>
      <p:guideLst>
        <p:guide orient="horz" pos="2183"/>
        <p:guide orient="horz" pos="133"/>
        <p:guide orient="horz" pos="368"/>
        <p:guide orient="horz" pos="1017"/>
        <p:guide orient="horz" pos="4156"/>
        <p:guide pos="7401"/>
        <p:guide pos="210"/>
        <p:guide pos="7471"/>
        <p:guide pos="602"/>
      </p:guideLst>
    </p:cSldViewPr>
  </p:slideViewPr>
  <p:outlineViewPr>
    <p:cViewPr>
      <p:scale>
        <a:sx n="33" d="100"/>
        <a:sy n="33" d="100"/>
      </p:scale>
      <p:origin x="0" y="-881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084"/>
    </p:cViewPr>
  </p:sorterViewPr>
  <p:notesViewPr>
    <p:cSldViewPr snapToGrid="0">
      <p:cViewPr varScale="1">
        <p:scale>
          <a:sx n="79" d="100"/>
          <a:sy n="79" d="100"/>
        </p:scale>
        <p:origin x="318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0.fntdata"/><Relationship Id="rId6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font" Target="fonts/font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font2.fntdata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준 박" userId="cda9f30b73b8c303" providerId="LiveId" clId="{D54F20C7-DC12-4323-8690-F06E4B603581}"/>
    <pc:docChg chg="undo custSel addSld delSld modSld">
      <pc:chgData name="영준 박" userId="cda9f30b73b8c303" providerId="LiveId" clId="{D54F20C7-DC12-4323-8690-F06E4B603581}" dt="2024-07-15T03:25:49.258" v="1477" actId="20577"/>
      <pc:docMkLst>
        <pc:docMk/>
      </pc:docMkLst>
      <pc:sldChg chg="modSp mod">
        <pc:chgData name="영준 박" userId="cda9f30b73b8c303" providerId="LiveId" clId="{D54F20C7-DC12-4323-8690-F06E4B603581}" dt="2024-07-15T03:12:26.216" v="1446" actId="20577"/>
        <pc:sldMkLst>
          <pc:docMk/>
          <pc:sldMk cId="353094501" sldId="439"/>
        </pc:sldMkLst>
      </pc:sldChg>
      <pc:sldChg chg="addSp delSp modSp mod">
        <pc:chgData name="영준 박" userId="cda9f30b73b8c303" providerId="LiveId" clId="{D54F20C7-DC12-4323-8690-F06E4B603581}" dt="2024-07-15T03:11:00.567" v="1412" actId="20577"/>
        <pc:sldMkLst>
          <pc:docMk/>
          <pc:sldMk cId="1264210174" sldId="454"/>
        </pc:sldMkLst>
      </pc:sldChg>
      <pc:sldChg chg="addSp delSp modSp mod">
        <pc:chgData name="영준 박" userId="cda9f30b73b8c303" providerId="LiveId" clId="{D54F20C7-DC12-4323-8690-F06E4B603581}" dt="2024-07-15T03:10:32.656" v="1358" actId="20577"/>
        <pc:sldMkLst>
          <pc:docMk/>
          <pc:sldMk cId="1443441280" sldId="455"/>
        </pc:sldMkLst>
      </pc:sldChg>
      <pc:sldChg chg="modNotesTx">
        <pc:chgData name="영준 박" userId="cda9f30b73b8c303" providerId="LiveId" clId="{D54F20C7-DC12-4323-8690-F06E4B603581}" dt="2024-07-15T03:25:49.258" v="1477" actId="20577"/>
        <pc:sldMkLst>
          <pc:docMk/>
          <pc:sldMk cId="1204453162" sldId="473"/>
        </pc:sldMkLst>
      </pc:sldChg>
      <pc:sldChg chg="modSp mod">
        <pc:chgData name="영준 박" userId="cda9f30b73b8c303" providerId="LiveId" clId="{D54F20C7-DC12-4323-8690-F06E4B603581}" dt="2024-07-15T03:16:50.113" v="1453"/>
        <pc:sldMkLst>
          <pc:docMk/>
          <pc:sldMk cId="3692785287" sldId="479"/>
        </pc:sldMkLst>
      </pc:sldChg>
      <pc:sldChg chg="modSp mod">
        <pc:chgData name="영준 박" userId="cda9f30b73b8c303" providerId="LiveId" clId="{D54F20C7-DC12-4323-8690-F06E4B603581}" dt="2024-07-15T03:25:39.127" v="1467"/>
        <pc:sldMkLst>
          <pc:docMk/>
          <pc:sldMk cId="1520457730" sldId="480"/>
        </pc:sldMkLst>
      </pc:sldChg>
      <pc:sldChg chg="modSp mod">
        <pc:chgData name="영준 박" userId="cda9f30b73b8c303" providerId="LiveId" clId="{D54F20C7-DC12-4323-8690-F06E4B603581}" dt="2024-07-15T03:19:07.287" v="1459"/>
        <pc:sldMkLst>
          <pc:docMk/>
          <pc:sldMk cId="1357896285" sldId="490"/>
        </pc:sldMkLst>
      </pc:sldChg>
      <pc:sldChg chg="modSp mod">
        <pc:chgData name="영준 박" userId="cda9f30b73b8c303" providerId="LiveId" clId="{D54F20C7-DC12-4323-8690-F06E4B603581}" dt="2024-07-15T03:21:41.742" v="1460" actId="20577"/>
        <pc:sldMkLst>
          <pc:docMk/>
          <pc:sldMk cId="787324303" sldId="491"/>
        </pc:sldMkLst>
      </pc:sldChg>
      <pc:sldChg chg="modSp mod">
        <pc:chgData name="영준 박" userId="cda9f30b73b8c303" providerId="LiveId" clId="{D54F20C7-DC12-4323-8690-F06E4B603581}" dt="2024-07-15T03:12:16.462" v="1437" actId="20577"/>
        <pc:sldMkLst>
          <pc:docMk/>
          <pc:sldMk cId="224636244" sldId="722"/>
        </pc:sldMkLst>
      </pc:sldChg>
      <pc:sldChg chg="del mod modShow">
        <pc:chgData name="영준 박" userId="cda9f30b73b8c303" providerId="LiveId" clId="{D54F20C7-DC12-4323-8690-F06E4B603581}" dt="2024-07-15T02:22:55.952" v="778" actId="47"/>
        <pc:sldMkLst>
          <pc:docMk/>
          <pc:sldMk cId="758098127" sldId="732"/>
        </pc:sldMkLst>
      </pc:sldChg>
      <pc:sldChg chg="modSp add mod">
        <pc:chgData name="영준 박" userId="cda9f30b73b8c303" providerId="LiveId" clId="{D54F20C7-DC12-4323-8690-F06E4B603581}" dt="2024-07-15T02:19:49.470" v="777" actId="403"/>
        <pc:sldMkLst>
          <pc:docMk/>
          <pc:sldMk cId="401714369" sldId="736"/>
        </pc:sldMkLst>
      </pc:sldChg>
      <pc:sldChg chg="addSp delSp modSp add mod">
        <pc:chgData name="영준 박" userId="cda9f30b73b8c303" providerId="LiveId" clId="{D54F20C7-DC12-4323-8690-F06E4B603581}" dt="2024-07-15T03:00:18.937" v="1249" actId="14100"/>
        <pc:sldMkLst>
          <pc:docMk/>
          <pc:sldMk cId="723414424" sldId="737"/>
        </pc:sldMkLst>
      </pc:sldChg>
      <pc:sldChg chg="addSp delSp modSp new del mod modClrScheme chgLayout">
        <pc:chgData name="영준 박" userId="cda9f30b73b8c303" providerId="LiveId" clId="{D54F20C7-DC12-4323-8690-F06E4B603581}" dt="2024-07-15T03:09:44.065" v="1335" actId="47"/>
        <pc:sldMkLst>
          <pc:docMk/>
          <pc:sldMk cId="982569937" sldId="738"/>
        </pc:sldMkLst>
      </pc:sldChg>
      <pc:sldChg chg="addSp delSp modSp add del mod">
        <pc:chgData name="영준 박" userId="cda9f30b73b8c303" providerId="LiveId" clId="{D54F20C7-DC12-4323-8690-F06E4B603581}" dt="2024-07-15T03:09:46.427" v="1336" actId="47"/>
        <pc:sldMkLst>
          <pc:docMk/>
          <pc:sldMk cId="571361288" sldId="739"/>
        </pc:sldMkLst>
      </pc:sldChg>
      <pc:sldChg chg="addSp delSp modSp add mod">
        <pc:chgData name="영준 박" userId="cda9f30b73b8c303" providerId="LiveId" clId="{D54F20C7-DC12-4323-8690-F06E4B603581}" dt="2024-07-15T03:10:41.679" v="1376" actId="20577"/>
        <pc:sldMkLst>
          <pc:docMk/>
          <pc:sldMk cId="3402714919" sldId="740"/>
        </pc:sldMkLst>
      </pc:sldChg>
      <pc:sldChg chg="addSp delSp modSp add mod">
        <pc:chgData name="영준 박" userId="cda9f30b73b8c303" providerId="LiveId" clId="{D54F20C7-DC12-4323-8690-F06E4B603581}" dt="2024-07-15T03:10:50.755" v="1394" actId="20577"/>
        <pc:sldMkLst>
          <pc:docMk/>
          <pc:sldMk cId="2536982462" sldId="741"/>
        </pc:sldMkLst>
      </pc:sldChg>
    </pc:docChg>
  </pc:docChgLst>
  <pc:docChgLst>
    <pc:chgData name="영준 박" userId="cda9f30b73b8c303" providerId="LiveId" clId="{A6657CE3-F347-42E1-BDA6-431DB16CACAF}"/>
    <pc:docChg chg="undo custSel addSld modSld modMainMaster">
      <pc:chgData name="영준 박" userId="cda9f30b73b8c303" providerId="LiveId" clId="{A6657CE3-F347-42E1-BDA6-431DB16CACAF}" dt="2024-01-22T19:33:44.081" v="849" actId="14100"/>
      <pc:docMkLst>
        <pc:docMk/>
      </pc:docMkLst>
      <pc:sldChg chg="modSp mod">
        <pc:chgData name="영준 박" userId="cda9f30b73b8c303" providerId="LiveId" clId="{A6657CE3-F347-42E1-BDA6-431DB16CACAF}" dt="2024-01-22T07:04:53.509" v="48" actId="1076"/>
        <pc:sldMkLst>
          <pc:docMk/>
          <pc:sldMk cId="3868969580" sldId="443"/>
        </pc:sldMkLst>
      </pc:sldChg>
      <pc:sldChg chg="modSp">
        <pc:chgData name="영준 박" userId="cda9f30b73b8c303" providerId="LiveId" clId="{A6657CE3-F347-42E1-BDA6-431DB16CACAF}" dt="2024-01-22T07:05:09.197" v="49" actId="1076"/>
        <pc:sldMkLst>
          <pc:docMk/>
          <pc:sldMk cId="1647621835" sldId="445"/>
        </pc:sldMkLst>
      </pc:sldChg>
      <pc:sldChg chg="modSp mod">
        <pc:chgData name="영준 박" userId="cda9f30b73b8c303" providerId="LiveId" clId="{A6657CE3-F347-42E1-BDA6-431DB16CACAF}" dt="2024-01-22T07:06:11.598" v="55" actId="20577"/>
        <pc:sldMkLst>
          <pc:docMk/>
          <pc:sldMk cId="3606556616" sldId="448"/>
        </pc:sldMkLst>
      </pc:sldChg>
      <pc:sldChg chg="modSp mod">
        <pc:chgData name="영준 박" userId="cda9f30b73b8c303" providerId="LiveId" clId="{A6657CE3-F347-42E1-BDA6-431DB16CACAF}" dt="2024-01-22T07:07:04.681" v="70" actId="1076"/>
        <pc:sldMkLst>
          <pc:docMk/>
          <pc:sldMk cId="802005657" sldId="451"/>
        </pc:sldMkLst>
      </pc:sldChg>
      <pc:sldChg chg="modSp mod">
        <pc:chgData name="영준 박" userId="cda9f30b73b8c303" providerId="LiveId" clId="{A6657CE3-F347-42E1-BDA6-431DB16CACAF}" dt="2024-01-22T19:28:47.043" v="846" actId="20577"/>
        <pc:sldMkLst>
          <pc:docMk/>
          <pc:sldMk cId="1264210174" sldId="454"/>
        </pc:sldMkLst>
      </pc:sldChg>
      <pc:sldChg chg="addSp modSp mod">
        <pc:chgData name="영준 박" userId="cda9f30b73b8c303" providerId="LiveId" clId="{A6657CE3-F347-42E1-BDA6-431DB16CACAF}" dt="2024-01-22T07:16:18.009" v="466" actId="1076"/>
        <pc:sldMkLst>
          <pc:docMk/>
          <pc:sldMk cId="1443441280" sldId="455"/>
        </pc:sldMkLst>
      </pc:sldChg>
      <pc:sldChg chg="modSp mod">
        <pc:chgData name="영준 박" userId="cda9f30b73b8c303" providerId="LiveId" clId="{A6657CE3-F347-42E1-BDA6-431DB16CACAF}" dt="2024-01-22T19:29:59.733" v="847" actId="1076"/>
        <pc:sldMkLst>
          <pc:docMk/>
          <pc:sldMk cId="1903839326" sldId="457"/>
        </pc:sldMkLst>
      </pc:sldChg>
      <pc:sldChg chg="modSp mod">
        <pc:chgData name="영준 박" userId="cda9f30b73b8c303" providerId="LiveId" clId="{A6657CE3-F347-42E1-BDA6-431DB16CACAF}" dt="2024-01-22T07:31:46.650" v="762" actId="12"/>
        <pc:sldMkLst>
          <pc:docMk/>
          <pc:sldMk cId="2817403155" sldId="458"/>
        </pc:sldMkLst>
      </pc:sldChg>
      <pc:sldChg chg="modSp mod">
        <pc:chgData name="영준 박" userId="cda9f30b73b8c303" providerId="LiveId" clId="{A6657CE3-F347-42E1-BDA6-431DB16CACAF}" dt="2024-01-22T07:32:09.663" v="766" actId="12"/>
        <pc:sldMkLst>
          <pc:docMk/>
          <pc:sldMk cId="1458069641" sldId="461"/>
        </pc:sldMkLst>
      </pc:sldChg>
      <pc:sldChg chg="modSp mod">
        <pc:chgData name="영준 박" userId="cda9f30b73b8c303" providerId="LiveId" clId="{A6657CE3-F347-42E1-BDA6-431DB16CACAF}" dt="2024-01-22T07:32:17.604" v="768" actId="12"/>
        <pc:sldMkLst>
          <pc:docMk/>
          <pc:sldMk cId="620171118" sldId="462"/>
        </pc:sldMkLst>
      </pc:sldChg>
      <pc:sldChg chg="modSp mod">
        <pc:chgData name="영준 박" userId="cda9f30b73b8c303" providerId="LiveId" clId="{A6657CE3-F347-42E1-BDA6-431DB16CACAF}" dt="2024-01-22T07:32:57.048" v="770" actId="12"/>
        <pc:sldMkLst>
          <pc:docMk/>
          <pc:sldMk cId="2696226966" sldId="463"/>
        </pc:sldMkLst>
      </pc:sldChg>
      <pc:sldChg chg="modSp mod">
        <pc:chgData name="영준 박" userId="cda9f30b73b8c303" providerId="LiveId" clId="{A6657CE3-F347-42E1-BDA6-431DB16CACAF}" dt="2024-01-22T07:33:12.764" v="772" actId="12"/>
        <pc:sldMkLst>
          <pc:docMk/>
          <pc:sldMk cId="1732984867" sldId="466"/>
        </pc:sldMkLst>
      </pc:sldChg>
      <pc:sldChg chg="modSp mod">
        <pc:chgData name="영준 박" userId="cda9f30b73b8c303" providerId="LiveId" clId="{A6657CE3-F347-42E1-BDA6-431DB16CACAF}" dt="2024-01-22T07:34:20.523" v="777" actId="12"/>
        <pc:sldMkLst>
          <pc:docMk/>
          <pc:sldMk cId="3675915711" sldId="467"/>
        </pc:sldMkLst>
      </pc:sldChg>
      <pc:sldChg chg="modSp mod">
        <pc:chgData name="영준 박" userId="cda9f30b73b8c303" providerId="LiveId" clId="{A6657CE3-F347-42E1-BDA6-431DB16CACAF}" dt="2024-01-22T07:34:31.420" v="779" actId="12"/>
        <pc:sldMkLst>
          <pc:docMk/>
          <pc:sldMk cId="3507709084" sldId="468"/>
        </pc:sldMkLst>
      </pc:sldChg>
      <pc:sldChg chg="addSp modSp mod">
        <pc:chgData name="영준 박" userId="cda9f30b73b8c303" providerId="LiveId" clId="{A6657CE3-F347-42E1-BDA6-431DB16CACAF}" dt="2024-01-22T07:37:20.963" v="792" actId="20577"/>
        <pc:sldMkLst>
          <pc:docMk/>
          <pc:sldMk cId="357145158" sldId="469"/>
        </pc:sldMkLst>
      </pc:sldChg>
      <pc:sldChg chg="modSp mod">
        <pc:chgData name="영준 박" userId="cda9f30b73b8c303" providerId="LiveId" clId="{A6657CE3-F347-42E1-BDA6-431DB16CACAF}" dt="2024-01-22T19:33:44.081" v="849" actId="14100"/>
        <pc:sldMkLst>
          <pc:docMk/>
          <pc:sldMk cId="1936263728" sldId="470"/>
        </pc:sldMkLst>
      </pc:sldChg>
      <pc:sldChg chg="modSp mod">
        <pc:chgData name="영준 박" userId="cda9f30b73b8c303" providerId="LiveId" clId="{A6657CE3-F347-42E1-BDA6-431DB16CACAF}" dt="2024-01-22T07:38:16.286" v="795" actId="12"/>
        <pc:sldMkLst>
          <pc:docMk/>
          <pc:sldMk cId="1667504045" sldId="471"/>
        </pc:sldMkLst>
      </pc:sldChg>
      <pc:sldChg chg="modSp mod">
        <pc:chgData name="영준 박" userId="cda9f30b73b8c303" providerId="LiveId" clId="{A6657CE3-F347-42E1-BDA6-431DB16CACAF}" dt="2024-01-22T07:19:27.025" v="468" actId="12"/>
        <pc:sldMkLst>
          <pc:docMk/>
          <pc:sldMk cId="1204453162" sldId="473"/>
        </pc:sldMkLst>
      </pc:sldChg>
      <pc:sldChg chg="modSp mod">
        <pc:chgData name="영준 박" userId="cda9f30b73b8c303" providerId="LiveId" clId="{A6657CE3-F347-42E1-BDA6-431DB16CACAF}" dt="2024-01-22T07:19:42.608" v="472" actId="12"/>
        <pc:sldMkLst>
          <pc:docMk/>
          <pc:sldMk cId="2887118187" sldId="474"/>
        </pc:sldMkLst>
      </pc:sldChg>
      <pc:sldChg chg="modSp mod">
        <pc:chgData name="영준 박" userId="cda9f30b73b8c303" providerId="LiveId" clId="{A6657CE3-F347-42E1-BDA6-431DB16CACAF}" dt="2024-01-22T07:20:01.247" v="476" actId="14100"/>
        <pc:sldMkLst>
          <pc:docMk/>
          <pc:sldMk cId="3101226084" sldId="475"/>
        </pc:sldMkLst>
      </pc:sldChg>
      <pc:sldChg chg="modSp mod">
        <pc:chgData name="영준 박" userId="cda9f30b73b8c303" providerId="LiveId" clId="{A6657CE3-F347-42E1-BDA6-431DB16CACAF}" dt="2024-01-22T07:21:44.330" v="489" actId="12"/>
        <pc:sldMkLst>
          <pc:docMk/>
          <pc:sldMk cId="1044165860" sldId="476"/>
        </pc:sldMkLst>
      </pc:sldChg>
      <pc:sldChg chg="addSp delSp modSp mod">
        <pc:chgData name="영준 박" userId="cda9f30b73b8c303" providerId="LiveId" clId="{A6657CE3-F347-42E1-BDA6-431DB16CACAF}" dt="2024-01-22T07:22:56.111" v="509"/>
        <pc:sldMkLst>
          <pc:docMk/>
          <pc:sldMk cId="2642473204" sldId="477"/>
        </pc:sldMkLst>
      </pc:sldChg>
      <pc:sldChg chg="addSp delSp modSp mod">
        <pc:chgData name="영준 박" userId="cda9f30b73b8c303" providerId="LiveId" clId="{A6657CE3-F347-42E1-BDA6-431DB16CACAF}" dt="2024-01-22T07:23:26.555" v="541" actId="1076"/>
        <pc:sldMkLst>
          <pc:docMk/>
          <pc:sldMk cId="1079287082" sldId="478"/>
        </pc:sldMkLst>
      </pc:sldChg>
      <pc:sldChg chg="delSp modSp mod">
        <pc:chgData name="영준 박" userId="cda9f30b73b8c303" providerId="LiveId" clId="{A6657CE3-F347-42E1-BDA6-431DB16CACAF}" dt="2024-01-22T07:25:16.779" v="552" actId="14100"/>
        <pc:sldMkLst>
          <pc:docMk/>
          <pc:sldMk cId="3692785287" sldId="479"/>
        </pc:sldMkLst>
      </pc:sldChg>
      <pc:sldChg chg="modSp mod">
        <pc:chgData name="영준 박" userId="cda9f30b73b8c303" providerId="LiveId" clId="{A6657CE3-F347-42E1-BDA6-431DB16CACAF}" dt="2024-01-22T07:26:49.441" v="615" actId="12"/>
        <pc:sldMkLst>
          <pc:docMk/>
          <pc:sldMk cId="1520457730" sldId="480"/>
        </pc:sldMkLst>
      </pc:sldChg>
      <pc:sldChg chg="modSp mod">
        <pc:chgData name="영준 박" userId="cda9f30b73b8c303" providerId="LiveId" clId="{A6657CE3-F347-42E1-BDA6-431DB16CACAF}" dt="2024-01-22T07:26:57.657" v="617" actId="12"/>
        <pc:sldMkLst>
          <pc:docMk/>
          <pc:sldMk cId="2946429156" sldId="481"/>
        </pc:sldMkLst>
      </pc:sldChg>
      <pc:sldChg chg="modSp mod">
        <pc:chgData name="영준 박" userId="cda9f30b73b8c303" providerId="LiveId" clId="{A6657CE3-F347-42E1-BDA6-431DB16CACAF}" dt="2024-01-22T07:40:11.515" v="805" actId="20577"/>
        <pc:sldMkLst>
          <pc:docMk/>
          <pc:sldMk cId="3725927992" sldId="482"/>
        </pc:sldMkLst>
      </pc:sldChg>
      <pc:sldChg chg="modSp mod">
        <pc:chgData name="영준 박" userId="cda9f30b73b8c303" providerId="LiveId" clId="{A6657CE3-F347-42E1-BDA6-431DB16CACAF}" dt="2024-01-22T07:41:13.182" v="808" actId="20577"/>
        <pc:sldMkLst>
          <pc:docMk/>
          <pc:sldMk cId="3842851151" sldId="483"/>
        </pc:sldMkLst>
      </pc:sldChg>
      <pc:sldChg chg="modSp mod">
        <pc:chgData name="영준 박" userId="cda9f30b73b8c303" providerId="LiveId" clId="{A6657CE3-F347-42E1-BDA6-431DB16CACAF}" dt="2024-01-22T07:42:55.850" v="811" actId="20577"/>
        <pc:sldMkLst>
          <pc:docMk/>
          <pc:sldMk cId="1624812262" sldId="484"/>
        </pc:sldMkLst>
      </pc:sldChg>
      <pc:sldChg chg="modSp mod">
        <pc:chgData name="영준 박" userId="cda9f30b73b8c303" providerId="LiveId" clId="{A6657CE3-F347-42E1-BDA6-431DB16CACAF}" dt="2024-01-22T07:43:28.095" v="814" actId="20577"/>
        <pc:sldMkLst>
          <pc:docMk/>
          <pc:sldMk cId="2387829880" sldId="485"/>
        </pc:sldMkLst>
      </pc:sldChg>
      <pc:sldChg chg="modSp mod">
        <pc:chgData name="영준 박" userId="cda9f30b73b8c303" providerId="LiveId" clId="{A6657CE3-F347-42E1-BDA6-431DB16CACAF}" dt="2024-01-22T07:43:37.332" v="817" actId="20577"/>
        <pc:sldMkLst>
          <pc:docMk/>
          <pc:sldMk cId="2608117554" sldId="486"/>
        </pc:sldMkLst>
      </pc:sldChg>
      <pc:sldChg chg="modSp mod">
        <pc:chgData name="영준 박" userId="cda9f30b73b8c303" providerId="LiveId" clId="{A6657CE3-F347-42E1-BDA6-431DB16CACAF}" dt="2024-01-22T07:43:45.578" v="820" actId="20577"/>
        <pc:sldMkLst>
          <pc:docMk/>
          <pc:sldMk cId="3928488453" sldId="487"/>
        </pc:sldMkLst>
      </pc:sldChg>
      <pc:sldChg chg="modSp mod">
        <pc:chgData name="영준 박" userId="cda9f30b73b8c303" providerId="LiveId" clId="{A6657CE3-F347-42E1-BDA6-431DB16CACAF}" dt="2024-01-22T07:43:53.809" v="825" actId="20577"/>
        <pc:sldMkLst>
          <pc:docMk/>
          <pc:sldMk cId="835759108" sldId="488"/>
        </pc:sldMkLst>
      </pc:sldChg>
      <pc:sldChg chg="modSp mod">
        <pc:chgData name="영준 박" userId="cda9f30b73b8c303" providerId="LiveId" clId="{A6657CE3-F347-42E1-BDA6-431DB16CACAF}" dt="2024-01-22T07:43:59.997" v="828" actId="20577"/>
        <pc:sldMkLst>
          <pc:docMk/>
          <pc:sldMk cId="2032778545" sldId="489"/>
        </pc:sldMkLst>
      </pc:sldChg>
      <pc:sldChg chg="modSp mod">
        <pc:chgData name="영준 박" userId="cda9f30b73b8c303" providerId="LiveId" clId="{A6657CE3-F347-42E1-BDA6-431DB16CACAF}" dt="2024-01-22T07:44:11.998" v="833" actId="20577"/>
        <pc:sldMkLst>
          <pc:docMk/>
          <pc:sldMk cId="1357896285" sldId="490"/>
        </pc:sldMkLst>
      </pc:sldChg>
      <pc:sldChg chg="modSp mod">
        <pc:chgData name="영준 박" userId="cda9f30b73b8c303" providerId="LiveId" clId="{A6657CE3-F347-42E1-BDA6-431DB16CACAF}" dt="2024-01-22T07:30:24.701" v="748" actId="20577"/>
        <pc:sldMkLst>
          <pc:docMk/>
          <pc:sldMk cId="787324303" sldId="491"/>
        </pc:sldMkLst>
      </pc:sldChg>
      <pc:sldChg chg="modSp mod">
        <pc:chgData name="영준 박" userId="cda9f30b73b8c303" providerId="LiveId" clId="{A6657CE3-F347-42E1-BDA6-431DB16CACAF}" dt="2024-01-22T07:31:27.383" v="758" actId="20577"/>
        <pc:sldMkLst>
          <pc:docMk/>
          <pc:sldMk cId="4083980535" sldId="723"/>
        </pc:sldMkLst>
      </pc:sldChg>
      <pc:sldChg chg="modSp">
        <pc:chgData name="영준 박" userId="cda9f30b73b8c303" providerId="LiveId" clId="{A6657CE3-F347-42E1-BDA6-431DB16CACAF}" dt="2024-01-22T07:09:15.402" v="72" actId="1076"/>
        <pc:sldMkLst>
          <pc:docMk/>
          <pc:sldMk cId="2248134840" sldId="729"/>
        </pc:sldMkLst>
      </pc:sldChg>
      <pc:sldChg chg="modSp mod modAnim">
        <pc:chgData name="영준 박" userId="cda9f30b73b8c303" providerId="LiveId" clId="{A6657CE3-F347-42E1-BDA6-431DB16CACAF}" dt="2024-01-22T06:50:18.719" v="15" actId="1076"/>
        <pc:sldMkLst>
          <pc:docMk/>
          <pc:sldMk cId="3757191445" sldId="731"/>
        </pc:sldMkLst>
      </pc:sldChg>
      <pc:sldChg chg="addSp delSp modSp mod modAnim">
        <pc:chgData name="영준 박" userId="cda9f30b73b8c303" providerId="LiveId" clId="{A6657CE3-F347-42E1-BDA6-431DB16CACAF}" dt="2024-01-22T07:03:44.518" v="46"/>
        <pc:sldMkLst>
          <pc:docMk/>
          <pc:sldMk cId="758098127" sldId="732"/>
        </pc:sldMkLst>
      </pc:sldChg>
      <pc:sldChg chg="modSp add mod">
        <pc:chgData name="영준 박" userId="cda9f30b73b8c303" providerId="LiveId" clId="{A6657CE3-F347-42E1-BDA6-431DB16CACAF}" dt="2024-01-22T07:10:21.964" v="97" actId="20577"/>
        <pc:sldMkLst>
          <pc:docMk/>
          <pc:sldMk cId="910763225" sldId="734"/>
        </pc:sldMkLst>
      </pc:sldChg>
      <pc:sldChg chg="delSp modSp add mod">
        <pc:chgData name="영준 박" userId="cda9f30b73b8c303" providerId="LiveId" clId="{A6657CE3-F347-42E1-BDA6-431DB16CACAF}" dt="2024-01-22T07:26:07.509" v="611" actId="14100"/>
        <pc:sldMkLst>
          <pc:docMk/>
          <pc:sldMk cId="1049289149" sldId="735"/>
        </pc:sldMkLst>
      </pc:sldChg>
      <pc:sldMasterChg chg="modSldLayout">
        <pc:chgData name="영준 박" userId="cda9f30b73b8c303" providerId="LiveId" clId="{A6657CE3-F347-42E1-BDA6-431DB16CACAF}" dt="2024-01-22T07:07:35.748" v="71" actId="1076"/>
        <pc:sldMasterMkLst>
          <pc:docMk/>
          <pc:sldMasterMk cId="2755528498" sldId="2147483648"/>
        </pc:sldMasterMkLst>
        <pc:sldLayoutChg chg="modSp mod">
          <pc:chgData name="영준 박" userId="cda9f30b73b8c303" providerId="LiveId" clId="{A6657CE3-F347-42E1-BDA6-431DB16CACAF}" dt="2024-01-22T07:07:35.748" v="71" actId="1076"/>
          <pc:sldLayoutMkLst>
            <pc:docMk/>
            <pc:sldMasterMk cId="2755528498" sldId="2147483648"/>
            <pc:sldLayoutMk cId="1162642306" sldId="2147483664"/>
          </pc:sldLayoutMkLst>
        </pc:sldLayoutChg>
      </pc:sldMasterChg>
    </pc:docChg>
  </pc:docChgLst>
  <pc:docChgLst>
    <pc:chgData name="이재윤" userId="8f03ab8f-609e-483d-97fc-61e97cf31414" providerId="ADAL" clId="{2BF2616A-E258-423E-AFBB-A713B0D9CD1F}"/>
    <pc:docChg chg="modSld modMainMaster">
      <pc:chgData name="이재윤" userId="8f03ab8f-609e-483d-97fc-61e97cf31414" providerId="ADAL" clId="{2BF2616A-E258-423E-AFBB-A713B0D9CD1F}" dt="2025-06-24T04:32:46.201" v="16" actId="403"/>
      <pc:docMkLst>
        <pc:docMk/>
      </pc:docMkLst>
      <pc:sldChg chg="modSp mod">
        <pc:chgData name="이재윤" userId="8f03ab8f-609e-483d-97fc-61e97cf31414" providerId="ADAL" clId="{2BF2616A-E258-423E-AFBB-A713B0D9CD1F}" dt="2025-06-24T04:32:27.483" v="12" actId="403"/>
        <pc:sldMkLst>
          <pc:docMk/>
          <pc:sldMk cId="2958904517" sldId="775"/>
        </pc:sldMkLst>
      </pc:sldChg>
      <pc:sldChg chg="modSp mod">
        <pc:chgData name="이재윤" userId="8f03ab8f-609e-483d-97fc-61e97cf31414" providerId="ADAL" clId="{2BF2616A-E258-423E-AFBB-A713B0D9CD1F}" dt="2025-06-24T04:32:41.362" v="14" actId="403"/>
        <pc:sldMkLst>
          <pc:docMk/>
          <pc:sldMk cId="2513927920" sldId="781"/>
        </pc:sldMkLst>
      </pc:sldChg>
      <pc:sldChg chg="modSp mod">
        <pc:chgData name="이재윤" userId="8f03ab8f-609e-483d-97fc-61e97cf31414" providerId="ADAL" clId="{2BF2616A-E258-423E-AFBB-A713B0D9CD1F}" dt="2025-06-24T04:32:46.201" v="16" actId="403"/>
        <pc:sldMkLst>
          <pc:docMk/>
          <pc:sldMk cId="3066875361" sldId="782"/>
        </pc:sldMkLst>
      </pc:sldChg>
      <pc:sldMasterChg chg="modSldLayout">
        <pc:chgData name="이재윤" userId="8f03ab8f-609e-483d-97fc-61e97cf31414" providerId="ADAL" clId="{2BF2616A-E258-423E-AFBB-A713B0D9CD1F}" dt="2025-06-24T04:12:02.862" v="10"/>
        <pc:sldMasterMkLst>
          <pc:docMk/>
          <pc:sldMasterMk cId="2755528498" sldId="2147483648"/>
        </pc:sldMasterMkLst>
        <pc:sldLayoutChg chg="addSp modSp">
          <pc:chgData name="이재윤" userId="8f03ab8f-609e-483d-97fc-61e97cf31414" providerId="ADAL" clId="{2BF2616A-E258-423E-AFBB-A713B0D9CD1F}" dt="2025-06-24T04:12:00.336" v="6"/>
          <pc:sldLayoutMkLst>
            <pc:docMk/>
            <pc:sldMasterMk cId="2755528498" sldId="2147483648"/>
            <pc:sldLayoutMk cId="966214517" sldId="2147483811"/>
          </pc:sldLayoutMkLst>
        </pc:sldLayoutChg>
        <pc:sldLayoutChg chg="addSp modSp">
          <pc:chgData name="이재윤" userId="8f03ab8f-609e-483d-97fc-61e97cf31414" providerId="ADAL" clId="{2BF2616A-E258-423E-AFBB-A713B0D9CD1F}" dt="2025-06-24T04:11:56.964" v="5"/>
          <pc:sldLayoutMkLst>
            <pc:docMk/>
            <pc:sldMasterMk cId="2755528498" sldId="2147483648"/>
            <pc:sldLayoutMk cId="4199180190" sldId="2147483831"/>
          </pc:sldLayoutMkLst>
        </pc:sldLayoutChg>
        <pc:sldLayoutChg chg="addSp modSp">
          <pc:chgData name="이재윤" userId="8f03ab8f-609e-483d-97fc-61e97cf31414" providerId="ADAL" clId="{2BF2616A-E258-423E-AFBB-A713B0D9CD1F}" dt="2025-06-24T04:12:02.862" v="10"/>
          <pc:sldLayoutMkLst>
            <pc:docMk/>
            <pc:sldMasterMk cId="2755528498" sldId="2147483648"/>
            <pc:sldLayoutMk cId="482862900" sldId="2147483832"/>
          </pc:sldLayoutMkLst>
        </pc:sldLayoutChg>
        <pc:sldLayoutChg chg="addSp modSp">
          <pc:chgData name="이재윤" userId="8f03ab8f-609e-483d-97fc-61e97cf31414" providerId="ADAL" clId="{2BF2616A-E258-423E-AFBB-A713B0D9CD1F}" dt="2025-06-24T04:12:02.523" v="9"/>
          <pc:sldLayoutMkLst>
            <pc:docMk/>
            <pc:sldMasterMk cId="2755528498" sldId="2147483648"/>
            <pc:sldLayoutMk cId="1735709631" sldId="2147483833"/>
          </pc:sldLayoutMkLst>
        </pc:sldLayoutChg>
        <pc:sldLayoutChg chg="addSp modSp">
          <pc:chgData name="이재윤" userId="8f03ab8f-609e-483d-97fc-61e97cf31414" providerId="ADAL" clId="{2BF2616A-E258-423E-AFBB-A713B0D9CD1F}" dt="2025-06-24T04:12:01.074" v="8"/>
          <pc:sldLayoutMkLst>
            <pc:docMk/>
            <pc:sldMasterMk cId="2755528498" sldId="2147483648"/>
            <pc:sldLayoutMk cId="664153696" sldId="2147483834"/>
          </pc:sldLayoutMkLst>
        </pc:sldLayoutChg>
        <pc:sldLayoutChg chg="addSp modSp">
          <pc:chgData name="이재윤" userId="8f03ab8f-609e-483d-97fc-61e97cf31414" providerId="ADAL" clId="{2BF2616A-E258-423E-AFBB-A713B0D9CD1F}" dt="2025-06-24T04:12:00.774" v="7"/>
          <pc:sldLayoutMkLst>
            <pc:docMk/>
            <pc:sldMasterMk cId="2755528498" sldId="2147483648"/>
            <pc:sldLayoutMk cId="4025611854" sldId="2147483835"/>
          </pc:sldLayoutMkLst>
        </pc:sldLayoutChg>
        <pc:sldLayoutChg chg="addSp modSp">
          <pc:chgData name="이재윤" userId="8f03ab8f-609e-483d-97fc-61e97cf31414" providerId="ADAL" clId="{2BF2616A-E258-423E-AFBB-A713B0D9CD1F}" dt="2025-06-24T04:11:55.822" v="4"/>
          <pc:sldLayoutMkLst>
            <pc:docMk/>
            <pc:sldMasterMk cId="2755528498" sldId="2147483648"/>
            <pc:sldLayoutMk cId="2078493446" sldId="2147483837"/>
          </pc:sldLayoutMkLst>
        </pc:sldLayoutChg>
        <pc:sldLayoutChg chg="addSp modSp">
          <pc:chgData name="이재윤" userId="8f03ab8f-609e-483d-97fc-61e97cf31414" providerId="ADAL" clId="{2BF2616A-E258-423E-AFBB-A713B0D9CD1F}" dt="2025-06-24T04:11:55.507" v="3"/>
          <pc:sldLayoutMkLst>
            <pc:docMk/>
            <pc:sldMasterMk cId="2755528498" sldId="2147483648"/>
            <pc:sldLayoutMk cId="2768992451" sldId="2147483838"/>
          </pc:sldLayoutMkLst>
        </pc:sldLayoutChg>
        <pc:sldLayoutChg chg="addSp modSp">
          <pc:chgData name="이재윤" userId="8f03ab8f-609e-483d-97fc-61e97cf31414" providerId="ADAL" clId="{2BF2616A-E258-423E-AFBB-A713B0D9CD1F}" dt="2025-06-24T04:11:55.165" v="2"/>
          <pc:sldLayoutMkLst>
            <pc:docMk/>
            <pc:sldMasterMk cId="2755528498" sldId="2147483648"/>
            <pc:sldLayoutMk cId="994211679" sldId="2147483839"/>
          </pc:sldLayoutMkLst>
        </pc:sldLayoutChg>
        <pc:sldLayoutChg chg="addSp modSp">
          <pc:chgData name="이재윤" userId="8f03ab8f-609e-483d-97fc-61e97cf31414" providerId="ADAL" clId="{2BF2616A-E258-423E-AFBB-A713B0D9CD1F}" dt="2025-06-24T04:11:54.774" v="1"/>
          <pc:sldLayoutMkLst>
            <pc:docMk/>
            <pc:sldMasterMk cId="2755528498" sldId="2147483648"/>
            <pc:sldLayoutMk cId="3914292680" sldId="2147483840"/>
          </pc:sldLayoutMkLst>
        </pc:sldLayoutChg>
        <pc:sldLayoutChg chg="addSp modSp">
          <pc:chgData name="이재윤" userId="8f03ab8f-609e-483d-97fc-61e97cf31414" providerId="ADAL" clId="{2BF2616A-E258-423E-AFBB-A713B0D9CD1F}" dt="2025-06-24T04:11:52.782" v="0"/>
          <pc:sldLayoutMkLst>
            <pc:docMk/>
            <pc:sldMasterMk cId="2755528498" sldId="2147483648"/>
            <pc:sldLayoutMk cId="2631740355" sldId="2147483843"/>
          </pc:sldLayoutMkLst>
        </pc:sldLayoutChg>
      </pc:sldMasterChg>
    </pc:docChg>
  </pc:docChgLst>
  <pc:docChgLst>
    <pc:chgData name="이재윤" userId="8f03ab8f-609e-483d-97fc-61e97cf31414" providerId="ADAL" clId="{A2FEF33F-C3BA-41E8-A9AC-505198896DE4}"/>
    <pc:docChg chg="custSel modSld modMainMaster">
      <pc:chgData name="이재윤" userId="8f03ab8f-609e-483d-97fc-61e97cf31414" providerId="ADAL" clId="{A2FEF33F-C3BA-41E8-A9AC-505198896DE4}" dt="2024-12-27T05:18:36.047" v="183" actId="6549"/>
      <pc:docMkLst>
        <pc:docMk/>
      </pc:docMkLst>
      <pc:sldChg chg="modSp mod">
        <pc:chgData name="이재윤" userId="8f03ab8f-609e-483d-97fc-61e97cf31414" providerId="ADAL" clId="{A2FEF33F-C3BA-41E8-A9AC-505198896DE4}" dt="2024-12-27T05:18:36.047" v="183" actId="6549"/>
        <pc:sldMkLst>
          <pc:docMk/>
          <pc:sldMk cId="3172328944" sldId="724"/>
        </pc:sldMkLst>
      </pc:sldChg>
      <pc:sldChg chg="modSp">
        <pc:chgData name="이재윤" userId="8f03ab8f-609e-483d-97fc-61e97cf31414" providerId="ADAL" clId="{A2FEF33F-C3BA-41E8-A9AC-505198896DE4}" dt="2024-12-27T05:10:32.444" v="12" actId="14100"/>
        <pc:sldMkLst>
          <pc:docMk/>
          <pc:sldMk cId="2994819815" sldId="725"/>
        </pc:sldMkLst>
      </pc:sldChg>
      <pc:sldChg chg="modSp">
        <pc:chgData name="이재윤" userId="8f03ab8f-609e-483d-97fc-61e97cf31414" providerId="ADAL" clId="{A2FEF33F-C3BA-41E8-A9AC-505198896DE4}" dt="2024-12-27T05:10:34.960" v="13" actId="14100"/>
        <pc:sldMkLst>
          <pc:docMk/>
          <pc:sldMk cId="856106241" sldId="726"/>
        </pc:sldMkLst>
      </pc:sldChg>
      <pc:sldChg chg="modSp">
        <pc:chgData name="이재윤" userId="8f03ab8f-609e-483d-97fc-61e97cf31414" providerId="ADAL" clId="{A2FEF33F-C3BA-41E8-A9AC-505198896DE4}" dt="2024-12-27T05:10:36.983" v="14" actId="14100"/>
        <pc:sldMkLst>
          <pc:docMk/>
          <pc:sldMk cId="1725751895" sldId="727"/>
        </pc:sldMkLst>
      </pc:sldChg>
      <pc:sldChg chg="modSp mod">
        <pc:chgData name="이재윤" userId="8f03ab8f-609e-483d-97fc-61e97cf31414" providerId="ADAL" clId="{A2FEF33F-C3BA-41E8-A9AC-505198896DE4}" dt="2024-12-27T05:13:59.787" v="101"/>
        <pc:sldMkLst>
          <pc:docMk/>
          <pc:sldMk cId="1693250950" sldId="730"/>
        </pc:sldMkLst>
      </pc:sldChg>
      <pc:sldChg chg="modSp mod">
        <pc:chgData name="이재윤" userId="8f03ab8f-609e-483d-97fc-61e97cf31414" providerId="ADAL" clId="{A2FEF33F-C3BA-41E8-A9AC-505198896DE4}" dt="2024-12-27T05:14:00.862" v="102"/>
        <pc:sldMkLst>
          <pc:docMk/>
          <pc:sldMk cId="3265127669" sldId="731"/>
        </pc:sldMkLst>
      </pc:sldChg>
      <pc:sldChg chg="modSp mod">
        <pc:chgData name="이재윤" userId="8f03ab8f-609e-483d-97fc-61e97cf31414" providerId="ADAL" clId="{A2FEF33F-C3BA-41E8-A9AC-505198896DE4}" dt="2024-12-27T05:14:02.079" v="103"/>
        <pc:sldMkLst>
          <pc:docMk/>
          <pc:sldMk cId="1255453518" sldId="732"/>
        </pc:sldMkLst>
      </pc:sldChg>
      <pc:sldChg chg="modSp mod">
        <pc:chgData name="이재윤" userId="8f03ab8f-609e-483d-97fc-61e97cf31414" providerId="ADAL" clId="{A2FEF33F-C3BA-41E8-A9AC-505198896DE4}" dt="2024-12-27T05:14:03.280" v="104"/>
        <pc:sldMkLst>
          <pc:docMk/>
          <pc:sldMk cId="3473351920" sldId="733"/>
        </pc:sldMkLst>
      </pc:sldChg>
      <pc:sldChg chg="modSp mod">
        <pc:chgData name="이재윤" userId="8f03ab8f-609e-483d-97fc-61e97cf31414" providerId="ADAL" clId="{A2FEF33F-C3BA-41E8-A9AC-505198896DE4}" dt="2024-12-27T05:14:05.729" v="105"/>
        <pc:sldMkLst>
          <pc:docMk/>
          <pc:sldMk cId="2848136376" sldId="734"/>
        </pc:sldMkLst>
      </pc:sldChg>
      <pc:sldChg chg="modSp mod">
        <pc:chgData name="이재윤" userId="8f03ab8f-609e-483d-97fc-61e97cf31414" providerId="ADAL" clId="{A2FEF33F-C3BA-41E8-A9AC-505198896DE4}" dt="2024-12-27T05:14:06.834" v="106"/>
        <pc:sldMkLst>
          <pc:docMk/>
          <pc:sldMk cId="3312156729" sldId="735"/>
        </pc:sldMkLst>
      </pc:sldChg>
      <pc:sldChg chg="modSp mod">
        <pc:chgData name="이재윤" userId="8f03ab8f-609e-483d-97fc-61e97cf31414" providerId="ADAL" clId="{A2FEF33F-C3BA-41E8-A9AC-505198896DE4}" dt="2024-12-27T05:14:08.048" v="107"/>
        <pc:sldMkLst>
          <pc:docMk/>
          <pc:sldMk cId="1415179377" sldId="736"/>
        </pc:sldMkLst>
      </pc:sldChg>
      <pc:sldChg chg="modSp mod">
        <pc:chgData name="이재윤" userId="8f03ab8f-609e-483d-97fc-61e97cf31414" providerId="ADAL" clId="{A2FEF33F-C3BA-41E8-A9AC-505198896DE4}" dt="2024-12-27T05:14:15.838" v="108"/>
        <pc:sldMkLst>
          <pc:docMk/>
          <pc:sldMk cId="334711697" sldId="737"/>
        </pc:sldMkLst>
      </pc:sldChg>
      <pc:sldChg chg="modSp mod">
        <pc:chgData name="이재윤" userId="8f03ab8f-609e-483d-97fc-61e97cf31414" providerId="ADAL" clId="{A2FEF33F-C3BA-41E8-A9AC-505198896DE4}" dt="2024-12-27T05:14:16.883" v="109"/>
        <pc:sldMkLst>
          <pc:docMk/>
          <pc:sldMk cId="2511426476" sldId="738"/>
        </pc:sldMkLst>
      </pc:sldChg>
      <pc:sldChg chg="modSp mod">
        <pc:chgData name="이재윤" userId="8f03ab8f-609e-483d-97fc-61e97cf31414" providerId="ADAL" clId="{A2FEF33F-C3BA-41E8-A9AC-505198896DE4}" dt="2024-12-27T05:14:17.940" v="110"/>
        <pc:sldMkLst>
          <pc:docMk/>
          <pc:sldMk cId="2758374492" sldId="739"/>
        </pc:sldMkLst>
      </pc:sldChg>
      <pc:sldChg chg="modSp mod">
        <pc:chgData name="이재윤" userId="8f03ab8f-609e-483d-97fc-61e97cf31414" providerId="ADAL" clId="{A2FEF33F-C3BA-41E8-A9AC-505198896DE4}" dt="2024-12-27T05:13:58.039" v="100" actId="20577"/>
        <pc:sldMkLst>
          <pc:docMk/>
          <pc:sldMk cId="3644918808" sldId="740"/>
        </pc:sldMkLst>
      </pc:sldChg>
      <pc:sldChg chg="modSp mod">
        <pc:chgData name="이재윤" userId="8f03ab8f-609e-483d-97fc-61e97cf31414" providerId="ADAL" clId="{A2FEF33F-C3BA-41E8-A9AC-505198896DE4}" dt="2024-12-27T05:14:20.429" v="111"/>
        <pc:sldMkLst>
          <pc:docMk/>
          <pc:sldMk cId="3505181393" sldId="742"/>
        </pc:sldMkLst>
      </pc:sldChg>
      <pc:sldChg chg="modSp mod">
        <pc:chgData name="이재윤" userId="8f03ab8f-609e-483d-97fc-61e97cf31414" providerId="ADAL" clId="{A2FEF33F-C3BA-41E8-A9AC-505198896DE4}" dt="2024-12-27T05:12:00.439" v="58" actId="20577"/>
        <pc:sldMkLst>
          <pc:docMk/>
          <pc:sldMk cId="3694288477" sldId="751"/>
        </pc:sldMkLst>
      </pc:sldChg>
      <pc:sldChg chg="modSp mod">
        <pc:chgData name="이재윤" userId="8f03ab8f-609e-483d-97fc-61e97cf31414" providerId="ADAL" clId="{A2FEF33F-C3BA-41E8-A9AC-505198896DE4}" dt="2024-12-27T05:11:52.914" v="48" actId="20577"/>
        <pc:sldMkLst>
          <pc:docMk/>
          <pc:sldMk cId="3431538357" sldId="753"/>
        </pc:sldMkLst>
      </pc:sldChg>
      <pc:sldChg chg="modSp mod">
        <pc:chgData name="이재윤" userId="8f03ab8f-609e-483d-97fc-61e97cf31414" providerId="ADAL" clId="{A2FEF33F-C3BA-41E8-A9AC-505198896DE4}" dt="2024-12-27T05:12:08.539" v="61" actId="20577"/>
        <pc:sldMkLst>
          <pc:docMk/>
          <pc:sldMk cId="3353616496" sldId="754"/>
        </pc:sldMkLst>
      </pc:sldChg>
      <pc:sldChg chg="modSp mod">
        <pc:chgData name="이재윤" userId="8f03ab8f-609e-483d-97fc-61e97cf31414" providerId="ADAL" clId="{A2FEF33F-C3BA-41E8-A9AC-505198896DE4}" dt="2024-12-27T05:12:14.105" v="64" actId="20577"/>
        <pc:sldMkLst>
          <pc:docMk/>
          <pc:sldMk cId="1930462703" sldId="756"/>
        </pc:sldMkLst>
      </pc:sldChg>
      <pc:sldChg chg="modSp mod">
        <pc:chgData name="이재윤" userId="8f03ab8f-609e-483d-97fc-61e97cf31414" providerId="ADAL" clId="{A2FEF33F-C3BA-41E8-A9AC-505198896DE4}" dt="2024-12-27T05:12:28.979" v="66" actId="11"/>
        <pc:sldMkLst>
          <pc:docMk/>
          <pc:sldMk cId="2635967635" sldId="757"/>
        </pc:sldMkLst>
      </pc:sldChg>
      <pc:sldChg chg="modSp">
        <pc:chgData name="이재윤" userId="8f03ab8f-609e-483d-97fc-61e97cf31414" providerId="ADAL" clId="{A2FEF33F-C3BA-41E8-A9AC-505198896DE4}" dt="2024-12-27T05:12:53.240" v="69" actId="14100"/>
        <pc:sldMkLst>
          <pc:docMk/>
          <pc:sldMk cId="4170703868" sldId="763"/>
        </pc:sldMkLst>
      </pc:sldChg>
      <pc:sldChg chg="modSp">
        <pc:chgData name="이재윤" userId="8f03ab8f-609e-483d-97fc-61e97cf31414" providerId="ADAL" clId="{A2FEF33F-C3BA-41E8-A9AC-505198896DE4}" dt="2024-12-27T05:12:48.792" v="67" actId="14100"/>
        <pc:sldMkLst>
          <pc:docMk/>
          <pc:sldMk cId="356590264" sldId="766"/>
        </pc:sldMkLst>
      </pc:sldChg>
      <pc:sldChg chg="modSp">
        <pc:chgData name="이재윤" userId="8f03ab8f-609e-483d-97fc-61e97cf31414" providerId="ADAL" clId="{A2FEF33F-C3BA-41E8-A9AC-505198896DE4}" dt="2024-12-27T05:12:50.963" v="68" actId="14100"/>
        <pc:sldMkLst>
          <pc:docMk/>
          <pc:sldMk cId="1782055158" sldId="769"/>
        </pc:sldMkLst>
      </pc:sldChg>
      <pc:sldChg chg="modSp">
        <pc:chgData name="이재윤" userId="8f03ab8f-609e-483d-97fc-61e97cf31414" providerId="ADAL" clId="{A2FEF33F-C3BA-41E8-A9AC-505198896DE4}" dt="2024-12-27T05:10:50.587" v="15" actId="14100"/>
        <pc:sldMkLst>
          <pc:docMk/>
          <pc:sldMk cId="2529894351" sldId="772"/>
        </pc:sldMkLst>
      </pc:sldChg>
      <pc:sldChg chg="modSp">
        <pc:chgData name="이재윤" userId="8f03ab8f-609e-483d-97fc-61e97cf31414" providerId="ADAL" clId="{A2FEF33F-C3BA-41E8-A9AC-505198896DE4}" dt="2024-12-27T05:10:52.664" v="16" actId="14100"/>
        <pc:sldMkLst>
          <pc:docMk/>
          <pc:sldMk cId="652426303" sldId="773"/>
        </pc:sldMkLst>
      </pc:sldChg>
      <pc:sldChg chg="modSp">
        <pc:chgData name="이재윤" userId="8f03ab8f-609e-483d-97fc-61e97cf31414" providerId="ADAL" clId="{A2FEF33F-C3BA-41E8-A9AC-505198896DE4}" dt="2024-12-27T05:10:55.352" v="17" actId="14100"/>
        <pc:sldMkLst>
          <pc:docMk/>
          <pc:sldMk cId="3716451093" sldId="774"/>
        </pc:sldMkLst>
      </pc:sldChg>
      <pc:sldChg chg="modSp mod">
        <pc:chgData name="이재윤" userId="8f03ab8f-609e-483d-97fc-61e97cf31414" providerId="ADAL" clId="{A2FEF33F-C3BA-41E8-A9AC-505198896DE4}" dt="2024-12-27T05:14:44.748" v="128"/>
        <pc:sldMkLst>
          <pc:docMk/>
          <pc:sldMk cId="2958904517" sldId="775"/>
        </pc:sldMkLst>
      </pc:sldChg>
      <pc:sldChg chg="addSp delSp modSp mod">
        <pc:chgData name="이재윤" userId="8f03ab8f-609e-483d-97fc-61e97cf31414" providerId="ADAL" clId="{A2FEF33F-C3BA-41E8-A9AC-505198896DE4}" dt="2024-12-27T05:13:46.328" v="92"/>
        <pc:sldMkLst>
          <pc:docMk/>
          <pc:sldMk cId="2926766555" sldId="776"/>
        </pc:sldMkLst>
      </pc:sldChg>
      <pc:sldChg chg="modSp mod">
        <pc:chgData name="이재윤" userId="8f03ab8f-609e-483d-97fc-61e97cf31414" providerId="ADAL" clId="{A2FEF33F-C3BA-41E8-A9AC-505198896DE4}" dt="2024-12-27T05:14:41.681" v="126" actId="20577"/>
        <pc:sldMkLst>
          <pc:docMk/>
          <pc:sldMk cId="984696956" sldId="779"/>
        </pc:sldMkLst>
      </pc:sldChg>
      <pc:sldChg chg="modSp mod">
        <pc:chgData name="이재윤" userId="8f03ab8f-609e-483d-97fc-61e97cf31414" providerId="ADAL" clId="{A2FEF33F-C3BA-41E8-A9AC-505198896DE4}" dt="2024-12-27T05:14:50.117" v="130"/>
        <pc:sldMkLst>
          <pc:docMk/>
          <pc:sldMk cId="2513927920" sldId="781"/>
        </pc:sldMkLst>
      </pc:sldChg>
      <pc:sldChg chg="modSp mod">
        <pc:chgData name="이재윤" userId="8f03ab8f-609e-483d-97fc-61e97cf31414" providerId="ADAL" clId="{A2FEF33F-C3BA-41E8-A9AC-505198896DE4}" dt="2024-12-27T05:14:51.420" v="131"/>
        <pc:sldMkLst>
          <pc:docMk/>
          <pc:sldMk cId="3066875361" sldId="782"/>
        </pc:sldMkLst>
      </pc:sldChg>
      <pc:sldChg chg="modSp mod">
        <pc:chgData name="이재윤" userId="8f03ab8f-609e-483d-97fc-61e97cf31414" providerId="ADAL" clId="{A2FEF33F-C3BA-41E8-A9AC-505198896DE4}" dt="2024-12-27T05:13:06.968" v="87" actId="113"/>
        <pc:sldMkLst>
          <pc:docMk/>
          <pc:sldMk cId="3905980647" sldId="783"/>
        </pc:sldMkLst>
      </pc:sldChg>
      <pc:sldChg chg="modSp mod">
        <pc:chgData name="이재윤" userId="8f03ab8f-609e-483d-97fc-61e97cf31414" providerId="ADAL" clId="{A2FEF33F-C3BA-41E8-A9AC-505198896DE4}" dt="2024-12-27T05:14:46.999" v="129"/>
        <pc:sldMkLst>
          <pc:docMk/>
          <pc:sldMk cId="2989557940" sldId="786"/>
        </pc:sldMkLst>
      </pc:sldChg>
      <pc:sldMasterChg chg="modSldLayout">
        <pc:chgData name="이재윤" userId="8f03ab8f-609e-483d-97fc-61e97cf31414" providerId="ADAL" clId="{A2FEF33F-C3BA-41E8-A9AC-505198896DE4}" dt="2024-12-27T04:56:04.651" v="1"/>
        <pc:sldMasterMkLst>
          <pc:docMk/>
          <pc:sldMasterMk cId="2755528498" sldId="2147483648"/>
        </pc:sldMasterMkLst>
        <pc:sldLayoutChg chg="addSp modSp">
          <pc:chgData name="이재윤" userId="8f03ab8f-609e-483d-97fc-61e97cf31414" providerId="ADAL" clId="{A2FEF33F-C3BA-41E8-A9AC-505198896DE4}" dt="2024-12-27T04:56:02.114" v="0"/>
          <pc:sldLayoutMkLst>
            <pc:docMk/>
            <pc:sldMasterMk cId="2755528498" sldId="2147483648"/>
            <pc:sldLayoutMk cId="2078493446" sldId="2147483837"/>
          </pc:sldLayoutMkLst>
        </pc:sldLayoutChg>
        <pc:sldLayoutChg chg="addSp modSp">
          <pc:chgData name="이재윤" userId="8f03ab8f-609e-483d-97fc-61e97cf31414" providerId="ADAL" clId="{A2FEF33F-C3BA-41E8-A9AC-505198896DE4}" dt="2024-12-27T04:56:04.651" v="1"/>
          <pc:sldLayoutMkLst>
            <pc:docMk/>
            <pc:sldMasterMk cId="2755528498" sldId="2147483648"/>
            <pc:sldLayoutMk cId="2660792376" sldId="2147483841"/>
          </pc:sldLayoutMkLst>
        </pc:sldLayoutChg>
      </pc:sldMasterChg>
    </pc:docChg>
  </pc:docChgLst>
  <pc:docChgLst>
    <pc:chgData name="edy" userId="5299b315-dab8-4f90-9f8a-7fe9567bf140" providerId="ADAL" clId="{B6575A25-B5B8-42D6-B2B8-700DFEB729F0}"/>
    <pc:docChg chg="addSld modSld modMainMaster">
      <pc:chgData name="edy" userId="5299b315-dab8-4f90-9f8a-7fe9567bf140" providerId="ADAL" clId="{B6575A25-B5B8-42D6-B2B8-700DFEB729F0}" dt="2025-08-11T05:56:17.475" v="15" actId="20577"/>
      <pc:docMkLst>
        <pc:docMk/>
      </pc:docMkLst>
      <pc:sldChg chg="modSp add mod">
        <pc:chgData name="edy" userId="5299b315-dab8-4f90-9f8a-7fe9567bf140" providerId="ADAL" clId="{B6575A25-B5B8-42D6-B2B8-700DFEB729F0}" dt="2025-08-11T05:56:17.475" v="15" actId="20577"/>
        <pc:sldMkLst>
          <pc:docMk/>
          <pc:sldMk cId="1415960669" sldId="257"/>
        </pc:sldMkLst>
        <pc:spChg chg="mod">
          <ac:chgData name="edy" userId="5299b315-dab8-4f90-9f8a-7fe9567bf140" providerId="ADAL" clId="{B6575A25-B5B8-42D6-B2B8-700DFEB729F0}" dt="2025-08-11T05:56:17.475" v="15" actId="20577"/>
          <ac:spMkLst>
            <pc:docMk/>
            <pc:sldMk cId="1415960669" sldId="257"/>
            <ac:spMk id="12" creationId="{00000000-0000-0000-0000-000000000000}"/>
          </ac:spMkLst>
        </pc:spChg>
      </pc:sldChg>
      <pc:sldMasterChg chg="modSldLayout">
        <pc:chgData name="edy" userId="5299b315-dab8-4f90-9f8a-7fe9567bf140" providerId="ADAL" clId="{B6575A25-B5B8-42D6-B2B8-700DFEB729F0}" dt="2025-08-11T05:55:55.549" v="0"/>
        <pc:sldMasterMkLst>
          <pc:docMk/>
          <pc:sldMasterMk cId="2755528498" sldId="2147483648"/>
        </pc:sldMasterMkLst>
        <pc:sldLayoutChg chg="modSp">
          <pc:chgData name="edy" userId="5299b315-dab8-4f90-9f8a-7fe9567bf140" providerId="ADAL" clId="{B6575A25-B5B8-42D6-B2B8-700DFEB729F0}" dt="2025-08-11T05:55:55.549" v="0"/>
          <pc:sldLayoutMkLst>
            <pc:docMk/>
            <pc:sldMasterMk cId="2755528498" sldId="2147483648"/>
            <pc:sldLayoutMk cId="2631740355" sldId="2147483843"/>
          </pc:sldLayoutMkLst>
          <pc:spChg chg="mod">
            <ac:chgData name="edy" userId="5299b315-dab8-4f90-9f8a-7fe9567bf140" providerId="ADAL" clId="{B6575A25-B5B8-42D6-B2B8-700DFEB729F0}" dt="2025-08-11T05:55:55.549" v="0"/>
            <ac:spMkLst>
              <pc:docMk/>
              <pc:sldMasterMk cId="2755528498" sldId="2147483648"/>
              <pc:sldLayoutMk cId="2631740355" sldId="2147483843"/>
              <ac:spMk id="3" creationId="{967805A5-0676-34F9-CFB5-8A5F5FD24AE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2C76A-DC4E-4724-9247-0840BF7C54DD}" type="datetimeFigureOut">
              <a:rPr lang="ko-KR" altLang="en-US" smtClean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2026-03-16</a:t>
            </a:fld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DB638-D11A-444F-8A28-1EA00921CAE0}" type="slidenum">
              <a:rPr lang="ko-KR" altLang="en-US" smtClean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‹#›</a:t>
            </a:fld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863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39B3D2F1-DDA5-437E-B8C4-4930D4EF112B}" type="datetimeFigureOut">
              <a:rPr lang="ko-KR" altLang="en-US" smtClean="0"/>
              <a:pPr/>
              <a:t>2026-03-16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6337BEBD-75DE-4F71-B27A-1FC8613557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039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8DB60-3487-A42B-5D3D-A8FD5E9E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707706-51A6-80CE-8C9A-D44A6ACBA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23920B-C978-F674-9B24-0629FBB14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168E5-6441-3FB4-9A37-20B3B152E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453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36A1-1252-14B2-D96D-59B3C429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66D991-334E-4A15-837B-AC0B835C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B11D6-3AC2-DBF8-7E8D-7FBE253CF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03A81-3ED9-3B6A-3870-45069AA82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734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989D-B1BF-F7A9-1DFF-22444F44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67A1FE-EB80-DC13-AF2B-C7866329A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8AEDEC-6B67-F56B-3958-41BF702AD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Pseudocode, </a:t>
            </a:r>
            <a:r>
              <a:rPr lang="ko-KR" altLang="en-US"/>
              <a:t>의사코드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2DC4CF-EB3D-6E99-A3FE-23261CB6E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145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18394-2097-EB48-9D07-93DD9D054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61C995-2AE3-7BC3-F18E-87AEEBE61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3AA3B9-A4C7-6A73-6246-EF93DBD2E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Pseudocode, </a:t>
            </a:r>
            <a:r>
              <a:rPr lang="ko-KR" altLang="en-US"/>
              <a:t>의사코드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3C9E4A-60F3-B513-4491-A00073DBFF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2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1206-F3C4-9AED-2790-ED35FFA1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1E1B0-F3D8-386D-F1D1-E2E884ABE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59F3BB-FE36-6947-C466-E7003E568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494910-2D56-A7AB-4D3B-FBF65D576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29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F3B3-C4D7-C77C-8335-EE75050E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D6DDA0-2C4F-F54C-C9A1-004BCDC9E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8BEE66-8EF4-1686-0EF7-A6CD82C6F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5BC67-323B-90A8-61C2-2E833811E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37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F703-EE78-9E2C-F291-66F142CDF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86DCBD-92B5-B7AC-DFBD-B2208CABF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975C9C-53AF-BA2B-CE44-2A482CA48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33FEA4-22C0-5EAF-FD1F-0AE53CAEF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720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7E36-9D20-F107-FB10-ADF17C5A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24ED01-307C-0A2A-F979-60A010F8C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A21804-A3E0-0E6B-C38A-20459635D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2AB73-9642-83A6-AF5D-7E722C17A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52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5253-90EC-128D-DC1A-BB235DAD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AB7C9B-10DA-6196-FDD5-1F63106BC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F897AF-1D67-D0EE-019F-EBD8C7F07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D6E67-0FA7-7CA7-F284-D310EDD8A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703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3C77-CEC7-6853-9C85-A70FFAA5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267E34-D45A-1AEB-35F8-6FF9D4341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FA4F7F-4032-59C4-6C5C-2D73B84C3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8F860-9E12-4C14-A90B-E3E629B6F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092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F160-5CFA-30F0-954A-4E11859F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6DA07-9E74-9481-B093-1805B28DD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060739-7E18-839A-52CF-A7A334E65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9EA75-2026-F754-772D-8872D47A1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896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07F0-DCF2-2FA9-78C4-3D00BE23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2F9EC1-CCC1-1B1E-FA71-B1F325209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2C6D28-1889-54BA-9A73-4DD49A468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5A929-3EAB-FBC1-0F62-B7D123CA6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47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CD00-6DDD-A09D-4666-F3F9266C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9B2189-DAFC-BBB4-990D-531AA0EAB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E20AE6-10EC-B301-5F90-B9D1BBBCA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3F03B-0159-3214-855D-D67ECFC9D6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333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BCEB-09C7-802B-61FC-23C481BD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898B7F-9CE4-EA31-A559-9EEBE1DBA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95367A-4D18-EEDA-1C01-532F611ED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A539B-284A-72F3-D7D8-737ECA05A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093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9C2D-F119-6450-9CD0-780A315D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8843A0-4D4E-445E-97F4-9FD415EA1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C120B6-044F-2FF5-1E7B-ADBD3F718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971CE-4150-9980-D003-7B4AA9D74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09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159B-CBCA-FDAE-66BE-95843BC3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FCC355-1974-F8D9-4392-A3F81BB3B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ECE8A1-3FC6-4B11-6DEF-C489FB3B4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EFDC9A-89B8-290D-ACDE-7F1BA9BC6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095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88C2-CC04-EFC2-39CE-2D79BD94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DCBC21-5037-AEB1-1BB5-FDFF604BA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AFA904-3408-A620-7132-41DFF3276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D2C0A8-73B1-B609-5353-49A5C25D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909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D9F0-B70E-390C-8379-E9E241F3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8815E4-C977-B171-8CAD-0CAD3CAC5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CCE6D4-5AC0-AF86-A218-3ACD5AFC7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849E28-0C71-7E31-0DE4-3C0A8AEA7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8211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D8007-D9D8-EA0A-255B-1C48B0EF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A19D46-0245-D8D0-B1EE-E24858CE7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5D304-5CFB-6679-8366-C5F326185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27313-7A0E-ADBD-B68F-BD3E860294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162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1B1F-AD16-D3A7-FB37-C66A1DF2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19F699-97A6-81BA-C07B-22CD81F53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DB64E7-DE41-BACF-7594-7E4797BE3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D42528-B5E1-4C5D-C46F-D0A44AC43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356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38B98-893D-AC4D-18CF-23D8281DA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79ABD9-6D37-68C2-A9D8-E3A95F159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0514F2-CCB1-3536-CB5A-DB0325766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2FAC6-FD82-626B-F757-6E22287AE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437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CBE-21BC-721D-F303-5E68717C8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A95F90-583F-9EE5-EA63-A2829A22A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FB67D0-6D7D-DA66-48EA-01CAB37F9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8303A-6204-F4E2-9D21-28729D883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923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13D4-3D56-F377-8D11-0203DCB3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1C0CD-FFB7-DA1F-67C6-5E3CC0C5D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6E267B-6630-1D2A-0C78-5CBA910A6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299564-0835-9EBF-75F0-6516E4D37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20887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5B398-7E6C-7708-104A-3F70BE1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D1D66-DE31-BB92-FD4A-5417617AA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AE487D-D34A-F604-8462-F6E39AB29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FCA961-F54A-7C5C-348D-AE47345BE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349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F5F6-0F97-D4FC-F41F-3BB9EA9E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5EC0D2-AFCF-AD35-2EA3-25A0AE8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A5EE41-6864-8C4E-22D4-D4715B2F6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F74FEE-1E2D-F031-8C97-2B35056E2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691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54B0-97CF-381A-71B2-82304878C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3389B4-CB68-1C67-6D58-C58EACA17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3C33A4-2949-C9F9-E3E4-88726D1D5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81ABE8-B5E4-3CA6-D277-D61DF8782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0919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E25C-033B-DA13-9121-01171A75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FFEA76-D1A3-1CE5-1A27-E4E451043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26ECFB-D71B-B4A3-D48F-6754AB11F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51C11-222A-00B4-5EE1-1DA73D121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0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5ED2-7699-895F-67AC-4013BCB46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F244D9-064D-3775-429A-2BDAEF336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D6DD14-CF77-3129-A1A8-3BD4E7DD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9728C-1A99-E9FA-FBCA-B3340BCA3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130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E764-B2FD-218E-D536-F6A2E9DD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33F19B-53F7-FCCD-EA12-E50C0D772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6576F-7BE8-0BE4-A428-5171B816B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1CA5D-63FA-6745-FDC1-1ABA36DDB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376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A6468-41F4-0C6F-CFDA-84ABF70C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93FE40-291B-45EB-DE81-19B672B0A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8E33E7-4A5D-852D-F63D-1A34830C1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55F05-7F62-4AEE-EC41-D0BD96333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1286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903D-5F6F-C9FE-20A1-243A3755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150587-8CBD-C962-AF87-749EEAC3C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82A025-CE40-D97B-4F68-01937A58D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792D9-255E-E9C3-FE43-5DDE20A2F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5957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C721-4022-34E5-A0D2-A4277288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46BA21-1CA8-60EF-B238-4A26663B5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F4D401-1D7E-6B03-5226-9111F135F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64B58-C22E-C5D3-9263-CCEFE0937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867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FEA3-B77A-F6D4-C490-00E59260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E613A6-3F37-ADF6-80A3-5AFF6E30D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A2AAA8-ECFF-A69D-B52D-BE1A3F942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083C0-7E94-FB34-FB69-F13F6DF06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3919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CBBF-E949-D640-CBB2-1AB0FA82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1C718B-05BD-1D6E-7241-7B6B2F09B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35C43E-94C0-D901-40BA-33BD316B9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AA0EB-5778-15CB-96F3-E8FB2E6924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5890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B819-A366-A824-F2CC-FB3C9790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04A248-DA37-5EC7-A1DA-65F976A7F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0A7DA-D96D-6611-DC6E-CEE243E43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4F21B-54B8-FAAC-F4BD-765E2EAFB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8473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5A475-1A69-C69C-7D07-E2201F62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093715-3091-103D-8903-99CF9B2A2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DFCD3-8A58-0D0A-D9F6-63B5F59E4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532C61-2A20-C212-9F67-F3D0DFB64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603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FF11-A52D-E1EF-733E-EEB443B1A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92BC59-67BE-70BC-95DA-1661F6759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9B759E-7D3E-A8A5-3806-224709592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ED143-91C6-8695-E690-EF53F34A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1979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CCCA-9674-A22F-3AD5-F9487E2A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CC01D7-34B5-F66F-09DC-CFD124C23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F4C9C9-EE18-99AE-765D-B54DE7E35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23A0F-776F-97E0-3B7C-CA4538119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3163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D480-1AAF-48F4-B407-2B6353E4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41ACDF-51A0-D30F-1638-0A6524B62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F3C6A-EE02-B1A3-7F0A-F58F52946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641DD-C582-7957-1818-B9AF75FE1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0812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0088-7DED-C8E4-2E30-0FC0E702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B342D8-14B5-E6D1-161B-46DA0EF1C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E7419D-B6DB-3929-2E38-7192D0F6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6A4FC-904D-D92F-F14B-46D80F5BE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658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7B1A-85D1-BF64-96BA-26C6E2B56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8A2907-7D09-CE1C-2486-46DFCE702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D0DE71-D03B-CC7F-3D6F-2214C27B1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67EB17-3A9F-55D8-8E95-35E8A5DFD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6318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C8A3-EE06-B1B8-4934-F69160458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392ED1-5FAD-0779-2EE8-287B7A6FD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CEA6F5-D3FC-7A5E-0344-25FBB243B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0A62B2-2145-1A5F-CC76-19F9AF70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6243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EE3D-9A33-B054-ED58-A0D91A04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2A39B8-9BE5-44E7-B9BE-BD12BE6D8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FFD43E-2324-CCBC-93FA-36A4D3D2E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12067-DA22-6E0D-DF72-22AF262D1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8629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BF74-D0DD-57C2-0CCC-A458B989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54D03B-18C1-ACA0-9A46-A4A0BECAE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4CA11-FB53-B906-12AA-AE9CF00BC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3BB21-8C35-68EA-5F59-71A4B8110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790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39BB-7D07-5EDC-4A52-52812EC0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EF12E3-CBBC-B477-768F-B8BCC3AF1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26133-1421-C078-6525-F9F9AFD2B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A8CCBE-0A72-4D30-CB2E-3DB0D3917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1166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2B26-4313-B68B-354A-EC381077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04CC57-3F8A-B2FA-3F4F-05CB4F9A9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97E62C-EA5D-0649-7A4D-221CF4BC2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BF27E3-35A3-3F3A-774B-6DD5C2628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846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26B8-C1B5-1417-0F1D-2332452A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707064-3F3C-5445-4F91-68A775F17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206D8E-BA31-375A-93AF-C7C73124B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7BD3B-8FC8-2F94-83F6-9BB79D80A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54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B09F-E9DA-4C84-B79C-CD5C232C903B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13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육각형 12">
            <a:extLst>
              <a:ext uri="{FF2B5EF4-FFF2-40B4-BE49-F238E27FC236}">
                <a16:creationId xmlns:a16="http://schemas.microsoft.com/office/drawing/2014/main" id="{EAEBF2BE-0F33-4F51-95C5-A43B8C023EBA}"/>
              </a:ext>
            </a:extLst>
          </p:cNvPr>
          <p:cNvSpPr/>
          <p:nvPr userDrawn="1"/>
        </p:nvSpPr>
        <p:spPr>
          <a:xfrm>
            <a:off x="3230840" y="959159"/>
            <a:ext cx="5730321" cy="4939931"/>
          </a:xfrm>
          <a:prstGeom prst="hexagon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7F61711-3697-48CD-996F-0F0852F4EAE4}"/>
              </a:ext>
            </a:extLst>
          </p:cNvPr>
          <p:cNvSpPr/>
          <p:nvPr userDrawn="1"/>
        </p:nvSpPr>
        <p:spPr>
          <a:xfrm>
            <a:off x="3071664" y="821938"/>
            <a:ext cx="6048672" cy="5214372"/>
          </a:xfrm>
          <a:prstGeom prst="hexagon">
            <a:avLst/>
          </a:prstGeom>
          <a:noFill/>
          <a:ln w="285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6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C0BB34D-319A-4304-B893-564333085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8"/>
          <a:stretch/>
        </p:blipFill>
        <p:spPr>
          <a:xfrm>
            <a:off x="0" y="1373614"/>
            <a:ext cx="12240000" cy="412897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0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육각형 7">
            <a:extLst>
              <a:ext uri="{FF2B5EF4-FFF2-40B4-BE49-F238E27FC236}">
                <a16:creationId xmlns:a16="http://schemas.microsoft.com/office/drawing/2014/main" id="{37600405-D5FA-4FF8-AD43-E93524EE922E}"/>
              </a:ext>
            </a:extLst>
          </p:cNvPr>
          <p:cNvSpPr/>
          <p:nvPr userDrawn="1"/>
        </p:nvSpPr>
        <p:spPr>
          <a:xfrm>
            <a:off x="3448050" y="2273300"/>
            <a:ext cx="5270500" cy="2273300"/>
          </a:xfrm>
          <a:prstGeom prst="hexagon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삼성긴고딕 Bold" panose="020B0600000101010101" pitchFamily="50" charset="-127"/>
              <a:ea typeface="삼성긴고딕 Bold" panose="020B0600000101010101" pitchFamily="50" charset="-127"/>
              <a:cs typeface="+mn-cs"/>
            </a:endParaRPr>
          </a:p>
        </p:txBody>
      </p:sp>
      <p:sp>
        <p:nvSpPr>
          <p:cNvPr id="9" name="육각형 8">
            <a:extLst>
              <a:ext uri="{FF2B5EF4-FFF2-40B4-BE49-F238E27FC236}">
                <a16:creationId xmlns:a16="http://schemas.microsoft.com/office/drawing/2014/main" id="{8BD520EE-8290-441B-9ABB-D6537188328B}"/>
              </a:ext>
            </a:extLst>
          </p:cNvPr>
          <p:cNvSpPr/>
          <p:nvPr userDrawn="1"/>
        </p:nvSpPr>
        <p:spPr>
          <a:xfrm>
            <a:off x="3334296" y="2180123"/>
            <a:ext cx="5498008" cy="2459654"/>
          </a:xfrm>
          <a:prstGeom prst="hexagon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삼성긴고딕 Bold" panose="020B0600000101010101" pitchFamily="50" charset="-127"/>
              <a:ea typeface="삼성긴고딕 Bold" panose="020B0600000101010101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943492F-8DAF-4453-AF39-4C96D3B33968}"/>
              </a:ext>
            </a:extLst>
          </p:cNvPr>
          <p:cNvCxnSpPr>
            <a:stCxn id="9" idx="0"/>
          </p:cNvCxnSpPr>
          <p:nvPr userDrawn="1"/>
        </p:nvCxnSpPr>
        <p:spPr>
          <a:xfrm>
            <a:off x="8832304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67C035E-B4D7-4193-AA2D-468081993ECE}"/>
              </a:ext>
            </a:extLst>
          </p:cNvPr>
          <p:cNvCxnSpPr/>
          <p:nvPr userDrawn="1"/>
        </p:nvCxnSpPr>
        <p:spPr>
          <a:xfrm>
            <a:off x="-24680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5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61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2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1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073F-04C7-41D5-99CD-40F3DBEEEC13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36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283A-62A8-4827-92E4-1B590A93F3C4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06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EA9-C4BE-4913-B7C8-29B2886D2EB5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7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578A-FC16-4870-8F1D-615C9CCA3361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899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40E4-EC29-4B7B-B223-EB0E9740A432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386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128D-5686-42F9-96E6-1F34C336E56E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99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063B5-3536-4A85-AAC6-F9FA7CA3A56B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696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78CB4-3B26-4BD5-8AED-546B6642F9E9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495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7D42-55E7-4230-A550-6FF21170876C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335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5A187-0BA8-418D-999C-6849A2DF5ACB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94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457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14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65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307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437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0291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4986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704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895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6750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2123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247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5189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6166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233334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육각형 12">
            <a:extLst>
              <a:ext uri="{FF2B5EF4-FFF2-40B4-BE49-F238E27FC236}">
                <a16:creationId xmlns:a16="http://schemas.microsoft.com/office/drawing/2014/main" id="{EAEBF2BE-0F33-4F51-95C5-A43B8C023EBA}"/>
              </a:ext>
            </a:extLst>
          </p:cNvPr>
          <p:cNvSpPr/>
          <p:nvPr userDrawn="1"/>
        </p:nvSpPr>
        <p:spPr>
          <a:xfrm>
            <a:off x="3230840" y="959159"/>
            <a:ext cx="5730321" cy="4939931"/>
          </a:xfrm>
          <a:prstGeom prst="hexagon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7F61711-3697-48CD-996F-0F0852F4EAE4}"/>
              </a:ext>
            </a:extLst>
          </p:cNvPr>
          <p:cNvSpPr/>
          <p:nvPr userDrawn="1"/>
        </p:nvSpPr>
        <p:spPr>
          <a:xfrm>
            <a:off x="3071664" y="821938"/>
            <a:ext cx="6048672" cy="5214372"/>
          </a:xfrm>
          <a:prstGeom prst="hexagon">
            <a:avLst/>
          </a:prstGeom>
          <a:noFill/>
          <a:ln w="285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801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이어서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육각형 13">
            <a:extLst>
              <a:ext uri="{FF2B5EF4-FFF2-40B4-BE49-F238E27FC236}">
                <a16:creationId xmlns:a16="http://schemas.microsoft.com/office/drawing/2014/main" id="{17F61711-3697-48CD-996F-0F0852F4EAE4}"/>
              </a:ext>
            </a:extLst>
          </p:cNvPr>
          <p:cNvSpPr/>
          <p:nvPr userDrawn="1"/>
        </p:nvSpPr>
        <p:spPr>
          <a:xfrm>
            <a:off x="3071664" y="821938"/>
            <a:ext cx="6048672" cy="5214372"/>
          </a:xfrm>
          <a:prstGeom prst="hexagon">
            <a:avLst/>
          </a:prstGeom>
          <a:noFill/>
          <a:ln w="285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27A7A8-6A3B-FBF4-7354-1860CCA791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23306" y="2933041"/>
            <a:ext cx="5545388" cy="991917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>
                <a:solidFill>
                  <a:schemeClr val="tx1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삼성긴고딕 ExtraBold" panose="020B0600000101010101" pitchFamily="50" charset="-127"/>
              </a:defRPr>
            </a:lvl1pPr>
            <a:lvl2pPr marL="457200" indent="0">
              <a:buNone/>
              <a:defRPr sz="2200" b="0" i="0">
                <a:solidFill>
                  <a:schemeClr val="tx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err="1"/>
              <a:t>중주제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8992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육각형 7">
            <a:extLst>
              <a:ext uri="{FF2B5EF4-FFF2-40B4-BE49-F238E27FC236}">
                <a16:creationId xmlns:a16="http://schemas.microsoft.com/office/drawing/2014/main" id="{37600405-D5FA-4FF8-AD43-E93524EE922E}"/>
              </a:ext>
            </a:extLst>
          </p:cNvPr>
          <p:cNvSpPr/>
          <p:nvPr userDrawn="1"/>
        </p:nvSpPr>
        <p:spPr>
          <a:xfrm>
            <a:off x="3448050" y="2273300"/>
            <a:ext cx="5270500" cy="2273300"/>
          </a:xfrm>
          <a:prstGeom prst="hexagon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삼성긴고딕 ExtraBold" panose="020B0600000101010101" pitchFamily="50" charset="-127"/>
              <a:ea typeface="삼성긴고딕 ExtraBold" panose="020B0600000101010101" pitchFamily="50" charset="-127"/>
              <a:cs typeface="+mn-cs"/>
            </a:endParaRPr>
          </a:p>
        </p:txBody>
      </p:sp>
      <p:sp>
        <p:nvSpPr>
          <p:cNvPr id="9" name="육각형 8">
            <a:extLst>
              <a:ext uri="{FF2B5EF4-FFF2-40B4-BE49-F238E27FC236}">
                <a16:creationId xmlns:a16="http://schemas.microsoft.com/office/drawing/2014/main" id="{8BD520EE-8290-441B-9ABB-D6537188328B}"/>
              </a:ext>
            </a:extLst>
          </p:cNvPr>
          <p:cNvSpPr/>
          <p:nvPr userDrawn="1"/>
        </p:nvSpPr>
        <p:spPr>
          <a:xfrm>
            <a:off x="3334296" y="2180123"/>
            <a:ext cx="5498008" cy="2459654"/>
          </a:xfrm>
          <a:prstGeom prst="hexagon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삼성긴고딕 ExtraBold" panose="020B0600000101010101" pitchFamily="50" charset="-127"/>
              <a:ea typeface="삼성긴고딕 ExtraBold" panose="020B0600000101010101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943492F-8DAF-4453-AF39-4C96D3B33968}"/>
              </a:ext>
            </a:extLst>
          </p:cNvPr>
          <p:cNvCxnSpPr>
            <a:stCxn id="9" idx="0"/>
          </p:cNvCxnSpPr>
          <p:nvPr userDrawn="1"/>
        </p:nvCxnSpPr>
        <p:spPr>
          <a:xfrm>
            <a:off x="8832304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67C035E-B4D7-4193-AA2D-468081993ECE}"/>
              </a:ext>
            </a:extLst>
          </p:cNvPr>
          <p:cNvCxnSpPr/>
          <p:nvPr userDrawn="1"/>
        </p:nvCxnSpPr>
        <p:spPr>
          <a:xfrm>
            <a:off x="-24680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AF0E5-B087-78B5-A2A2-EA6425B6E2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23306" y="3040312"/>
            <a:ext cx="5545388" cy="777377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0" i="0">
                <a:solidFill>
                  <a:schemeClr val="tx1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Pretendard ExtraBold" panose="02000903000000020004" pitchFamily="2" charset="-127"/>
              </a:defRPr>
            </a:lvl1pPr>
            <a:lvl2pPr marL="457200" indent="0">
              <a:buNone/>
              <a:defRPr sz="2200" b="0" i="0">
                <a:solidFill>
                  <a:schemeClr val="tx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994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09605" y="124934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3200" b="1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8D8852-99F2-A286-097E-FFFDE69C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6E50-A2A5-403F-8797-2475E291EF3D}" type="datetime1">
              <a:rPr lang="ko-KR" altLang="en-US" smtClean="0"/>
              <a:t>2026-03-16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D823B-D248-0528-7F50-62597B30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C362E-A3E8-C5BD-99BD-F392EA66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79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92D9A5C2-52AE-4417-BE07-52F1A0620754}" type="datetime1">
              <a:rPr lang="ko-KR" altLang="en-US" smtClean="0"/>
              <a:t>2026-03-16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52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11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809" r:id="rId18"/>
    <p:sldLayoutId id="2147483810" r:id="rId19"/>
    <p:sldLayoutId id="2147483786" r:id="rId20"/>
    <p:sldLayoutId id="2147483787" r:id="rId21"/>
    <p:sldLayoutId id="2147483741" r:id="rId22"/>
    <p:sldLayoutId id="2147483736" r:id="rId23"/>
    <p:sldLayoutId id="2147483737" r:id="rId24"/>
    <p:sldLayoutId id="2147483738" r:id="rId25"/>
    <p:sldLayoutId id="2147483805" r:id="rId26"/>
    <p:sldLayoutId id="2147483770" r:id="rId27"/>
    <p:sldLayoutId id="2147483771" r:id="rId28"/>
    <p:sldLayoutId id="2147483677" r:id="rId29"/>
    <p:sldLayoutId id="2147483678" r:id="rId30"/>
    <p:sldLayoutId id="2147483680" r:id="rId31"/>
    <p:sldLayoutId id="2147483681" r:id="rId32"/>
    <p:sldLayoutId id="2147483831" r:id="rId33"/>
    <p:sldLayoutId id="2147483838" r:id="rId34"/>
    <p:sldLayoutId id="2147483839" r:id="rId35"/>
    <p:sldLayoutId id="2147483841" r:id="rId3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삼성긴고딕 Bold" panose="020B0600000101010101" pitchFamily="50" charset="-127"/>
          <a:ea typeface="삼성긴고딕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맑은 고딕" panose="020B0604020202020204" pitchFamily="34" charset="0"/>
        <a:buChar char="•"/>
        <a:defRPr sz="2800" kern="1200">
          <a:solidFill>
            <a:schemeClr val="tx1"/>
          </a:solidFill>
          <a:latin typeface="삼성긴고딕 Bold" panose="020B0600000101010101" pitchFamily="50" charset="-127"/>
          <a:ea typeface="삼성긴고딕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24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20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524B-7C0E-972A-70BE-05196C43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6A26E38-4A92-8911-8D78-9E40757E704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/>
              <a:t>Numpy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225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38C4-A90F-2F22-7BC0-A687422C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EA49C8-9DF1-C574-AD24-3F422984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CD3465-5E8F-5CEA-8178-C63D9064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DF99B8-844F-FEF6-74FE-38A897B5C70D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24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Numpy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Numerical Python 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파이썬에서 계산을 빠르게 하기 위한 라이브러리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빠른 연산 속도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다양한 수학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N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배열 객체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ndarray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 지원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lang="en-US" altLang="ko-KR" sz="2000">
                <a:highlight>
                  <a:srgbClr val="C0C0C0"/>
                </a:highlight>
              </a:rPr>
              <a:t>$ pip install numpy </a:t>
            </a:r>
            <a:r>
              <a:rPr lang="ko-KR" altLang="en-US" sz="2000"/>
              <a:t>로 설치 후 사용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3D356F-A23C-61BE-3324-E8286ED35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651279"/>
            <a:ext cx="5195618" cy="28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4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66804-7035-8DDD-0567-F5550D35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EDB8EC6-DF80-D97A-BA88-18788C5C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558A79-9B28-3763-4393-67DA4E0F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86408-DCD3-628B-DC5A-107A3F608928}"/>
              </a:ext>
            </a:extLst>
          </p:cNvPr>
          <p:cNvSpPr txBox="1">
            <a:spLocks/>
          </p:cNvSpPr>
          <p:nvPr/>
        </p:nvSpPr>
        <p:spPr>
          <a:xfrm>
            <a:off x="309605" y="976897"/>
            <a:ext cx="11221673" cy="329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Numpy – ndarray 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N-dimensional array 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대규모 숫자 데이터를 빠르고 효율적으로 처리하기 위해 만들어진 특수한 데이터 구조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원소를 하나의 연속된 메모리 공간에 저장하기 때문에 캐시를 활용해서 극적인 속도를 보여줌 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내부의 모든 원소들은 반드시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같은 데이터 타입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저장해야 함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N-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2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3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…)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등 원하는 만큼의 차원을 직관적으로 표현하고 다룰 수 있음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머신러닝에서의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Pandas, TensorFlow, PyTorch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같은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다른 라이브러리들의 기반이 되는 핵심 데이터 구조</a:t>
            </a:r>
            <a:endParaRPr kumimoji="1" lang="en-US" altLang="ko-KR" sz="2000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8E1074-020C-EAB7-735C-D55DF5B8C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936" y="4429319"/>
            <a:ext cx="1927031" cy="19270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F682B47-B6A9-FC0D-743A-0D78A7CFA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47" y="4429319"/>
            <a:ext cx="3958792" cy="192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9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AC45-DCF6-6DC8-D899-BEA3E611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40C35-8124-92E1-7D33-7B56D7AD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A55D74-C82E-BC4E-3E2F-203CEF19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40B85-2C93-FF12-16F8-B440240EC2FF}"/>
              </a:ext>
            </a:extLst>
          </p:cNvPr>
          <p:cNvSpPr txBox="1">
            <a:spLocks/>
          </p:cNvSpPr>
          <p:nvPr/>
        </p:nvSpPr>
        <p:spPr>
          <a:xfrm>
            <a:off x="309605" y="976897"/>
            <a:ext cx="11221673" cy="439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Numpy – ndarray 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 자체에 대한 중요한 정보들을 속성으로 가지고 있음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.ndim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배열의 차원 수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.shape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차원의 크기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(3, 4)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.size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원소의 개수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.dtype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원소의 데이터 타입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383297-CABF-84A0-70E3-CF94F95D8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107" y="2270097"/>
            <a:ext cx="3356168" cy="30275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B8448B-FBEA-F5BB-0E34-33084C133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610" y="2270097"/>
            <a:ext cx="2243734" cy="195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8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29B0-38BD-E7BF-07F6-FC5DDC5E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C4999-FB13-DCDE-BFE4-56D06AC64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numpy </a:t>
            </a:r>
            <a:r>
              <a:rPr lang="ko-KR" altLang="en-US"/>
              <a:t>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782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BBD76-23E3-3F27-B599-FD77A412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1D18A60-3A1A-2D70-BEAD-C59703D4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함수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15BB9F-8DA8-3844-5CEE-43CBDBCC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2CC7BD-BFC3-37E4-FE9C-3D62DC48D148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5367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Numpy 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직접적으로 값을 입력해 배열을 만드는 방식 외에 다양한 생성 함수를 제공함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np.zeros()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원소가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으로 채워진 배열을 생성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주로 배열의 틀을 미리 만들고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나중에 값을 채우는 용도로 사용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np.ones()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원소가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 채워진 배열을 생성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초기화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효율적인 수학 연산을 위한 용도로 사용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np.full(shape, fill_value)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지정한 모양의 배열을 만들고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요소를 지정한 값으로 채워줌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shape: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만들려는 배열의 모양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fill_value: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채우고 싶은 값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89D7E8-A780-9D8A-3AF0-2B7AC90B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447" y="1567542"/>
            <a:ext cx="4144443" cy="439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49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1EC8-8443-2D5E-28F4-24476609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63E44F0-0D11-CA59-CC94-46FC4118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함수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41F1972-0DE7-C489-8B65-84D359A7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558E03-1F27-8C44-49E8-B2D26E68CE4F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Numpy 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np.arrange()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연속적인 숫자 배열 생성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파이썬의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range()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동일하게 동작하되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결과를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ndarray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 반환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np.linspace()</a:t>
            </a:r>
            <a:r>
              <a:rPr kumimoji="1" lang="ko-KR" altLang="en-US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endParaRPr kumimoji="1" lang="en-US" altLang="ko-KR" sz="20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시작점부터 끝점까지 지정한 개수만큼 균일한 간격의 배열 생성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주로 데이터 시각화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 계산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머신러닝 알고리즘에서 사용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A6DFF-B27E-9232-8BF0-CF2C64366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657" y="1801479"/>
            <a:ext cx="3857143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0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D53A-3ABA-0A47-5BA7-7DAA98E6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3B27A3-2CAA-715A-6845-E168798F8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3600"/>
              <a:t>인덱싱과 슬라이싱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096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A12C-4CC7-F87C-B917-13071FF2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478FBC5-B393-8CED-33CF-BCADC8D6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인덱싱과 슬라이싱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D77085-552B-D607-B227-89D67C4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3A39D-0FB4-E4FD-8975-487F41B73EC9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인덱싱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(indexing)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(1/5)</a:t>
            </a:r>
            <a:endParaRPr kumimoji="1" lang="ko-KR" altLang="en-US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배열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 리스트와 사용법이 완전히 동일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배열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형태로 접근하여 특정 위치의 요소를 선택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 리스트처럼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][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의 형태로도 접근할 수 있지만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표준이 아니며 비효율적임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9FF2EA-2906-2CEB-B0EE-7DDC67F11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345" y="3630337"/>
            <a:ext cx="4657318" cy="253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9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1C988-693F-059B-F96B-F01E0C71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A23BF8-4352-8E0D-8085-51103CA0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인덱싱과 슬라이싱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4784A46-6C43-0DA7-4583-AEC912F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8C1C2-AFD6-C08A-6A63-AD47E78A59AA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슬라이싱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(slicing)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(2/5)</a:t>
            </a:r>
            <a:endParaRPr kumimoji="1" lang="ko-KR" altLang="en-US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배열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 리스트와 사용법이 완전히 동일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배열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형태로 각각 슬라이싱할 수 있음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주의사항</a:t>
            </a:r>
            <a:endParaRPr kumimoji="1" lang="en-US" altLang="ko-KR" sz="2000" spc="-150">
              <a:solidFill>
                <a:srgbClr val="C0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Python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슬라이싱을 하면 새로운 객체가 생성되고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원본에 영향을 미치지 않음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Numpy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슬라이싱을 하면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새로운 객체를 생성하지 않음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대신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데이터의 일부를 들여다보는 뷰</a:t>
            </a:r>
            <a:r>
              <a:rPr kumimoji="1" lang="en-US" altLang="ko-KR" sz="16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(View)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반환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그렇기 때문에 </a:t>
            </a:r>
            <a:r>
              <a:rPr kumimoji="1" lang="ko-KR" altLang="en-US" sz="16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슬라이싱한 객체를 수정하면</a:t>
            </a:r>
            <a:r>
              <a:rPr kumimoji="1" lang="en-US" altLang="ko-KR" sz="16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원본도 수정됨</a:t>
            </a:r>
            <a:endParaRPr kumimoji="1" lang="en-US" altLang="ko-KR" sz="1600" spc="-150">
              <a:solidFill>
                <a:srgbClr val="C0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D6A666C-97B4-650D-C91C-6D19E932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283" y="1453575"/>
            <a:ext cx="3733587" cy="456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57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B400-F104-372F-E571-3A53D5A9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EFCF800-6507-98AF-D102-4325EC0B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인덱싱과 슬라이싱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02D30D5-9EC1-18EE-CDEF-8D47492E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AEF33D-CC7A-8E55-A318-3E4ADCCD519D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Boolean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Indexing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(3/5)</a:t>
            </a:r>
            <a:endParaRPr kumimoji="1" lang="ko-KR" altLang="en-US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조건식을 사용해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True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 요소만 추출하는 방법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solidFill>
                <a:srgbClr val="C0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EA81E6-1FCB-F5A4-8751-4A0886DAC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660" y="2082105"/>
            <a:ext cx="5252762" cy="403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9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374C-99BD-46F0-79A6-879A9A74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FE7E74-7C68-4040-946F-26C8CD5C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인덱싱과 슬라이싱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8C9476-9BAD-51E2-A404-C641CA98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24B70-AF94-56C2-A3FC-820CE4D3056C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Fancy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Indexing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(4/5)</a:t>
            </a:r>
            <a:endParaRPr kumimoji="1" lang="ko-KR" altLang="en-US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인덱스를 담은 배열을 사용하여 원하는 요소만 가져오는 방법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비연속적으로 요소들을 선택할 때 사용 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solidFill>
                <a:srgbClr val="C0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5CDC8B-6F35-C94A-9BF8-71CB43150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85" y="2556753"/>
            <a:ext cx="5506387" cy="39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70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BCB7-493C-42C7-2D36-22C5D65B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279EE4F-09C1-FD54-4458-A841A52C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인덱싱과 슬라이싱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593B50-4783-7DE9-BC13-63A7F5B2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A81B-CCAA-E590-9715-BF14A2FCD835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Reshape(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(5/5)</a:t>
            </a:r>
            <a:endParaRPr kumimoji="1" lang="ko-KR" altLang="en-US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원소의 총 개수는 유지하고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배열의 행과 열 구조를 변경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배열의 총 원소 개수와 변경 후 배열의 총 원소 개수가 </a:t>
            </a:r>
            <a:r>
              <a:rPr kumimoji="1" lang="en-US" altLang="ko-KR" sz="20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반드시 같아야 함</a:t>
            </a:r>
            <a:r>
              <a:rPr kumimoji="1" lang="en-US" altLang="ko-KR" sz="20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“-1”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활용하면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남은 차원 크기를 자동으로 계산해 줌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solidFill>
                <a:srgbClr val="C0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AB651EF-E500-1041-56CF-07672033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482" y="3152027"/>
            <a:ext cx="2099231" cy="29580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64C718-3E8C-2492-E077-95772DBF1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048" y="3152027"/>
            <a:ext cx="5180952" cy="29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6215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37311-90DC-084F-8FC4-D01128DF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1DEA8-F825-0179-D118-82AF1083A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3600"/>
              <a:t>numpy</a:t>
            </a:r>
            <a:r>
              <a:rPr lang="ko-KR" altLang="en-US" sz="3600"/>
              <a:t> 연산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73098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F755-1D0D-86DB-C8F1-DD7D7CF1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492B4D1-9819-7310-5D71-8D90A919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연산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78043A-50F3-6BBE-E505-7C33DF94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8C4AC1-51B1-6664-75FC-F6E821E197D1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144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배열의 요소 별 연산 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배열의 같은 위치에 있는 요소들끼리 하나씩 연산을 수행하는 방식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for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루프를 사용할 때보다 코드가 훨씬 간결해지고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속도도 훨씬 빠름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6D520CA-2AF0-B38B-F9E3-246C4A002649}"/>
              </a:ext>
            </a:extLst>
          </p:cNvPr>
          <p:cNvSpPr txBox="1">
            <a:spLocks/>
          </p:cNvSpPr>
          <p:nvPr/>
        </p:nvSpPr>
        <p:spPr>
          <a:xfrm>
            <a:off x="852761" y="2715861"/>
            <a:ext cx="3845513" cy="818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배열과 숫자 간의 연산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배열의 모든 요소에 연산이 적용 됨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BA06157-25BB-9AA7-C6CD-130BA0900ADE}"/>
              </a:ext>
            </a:extLst>
          </p:cNvPr>
          <p:cNvSpPr txBox="1">
            <a:spLocks/>
          </p:cNvSpPr>
          <p:nvPr/>
        </p:nvSpPr>
        <p:spPr>
          <a:xfrm>
            <a:off x="5481367" y="2715861"/>
            <a:ext cx="6388416" cy="818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배열과 배열 간의 연산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모양이 같은 두 배열을 연산하면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같은 위치의 요소들끼리 연산이 이루어짐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DE07414-8D21-3DB4-84BF-A682F4064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579" y="3645107"/>
            <a:ext cx="2933333" cy="25809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82B7FA6-DC74-7E55-9EDF-5EFEBF716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203" y="3645107"/>
            <a:ext cx="2833373" cy="257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39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5AC07-A04F-FD2E-4597-3247DA80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9D1507B-23F1-FA62-0F3E-F5682BCD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연산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5EB2F8-4F12-F04D-BF38-095B1F48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DAE7C7-691B-945A-1EFE-8DF26347D0D1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559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유니버셜 함수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(Universal Functions, ufunc)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ndarray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모든 요소를 대상으로 수학적인 연산을 빠르고 효율적으로 수행하는 함수 목록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분야에서 필수적으로 사용되니 알아둘 필요가 있음 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주요 유니버셜 함수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np.sqrt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np.exp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np.log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np.sin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np.dot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np.eye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np.random.randn</a:t>
            </a:r>
          </a:p>
          <a:p>
            <a:pPr marL="914400" lvl="2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0182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EA29-6975-F908-A1DE-FAB132A4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A673C68-606F-F03C-9323-908AF600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연산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947CA7-BE97-8EFF-0531-961D76B0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BF99BA-DF79-1490-0F31-A61350436083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504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유니버셜 함수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(Universal Functions, ufunc)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np.sqrt(ndarray)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입력 배열에 있는 각 요소의 제곱근 구하기 </a:t>
            </a: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np.exp(ndarray)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입력 배열에 있는 각 요소의 지수 함수 구하기 </a:t>
            </a: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np.log(ndarray)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입력 배열에 있는 각 요소의 자연로그 구하기 </a:t>
            </a: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np.sin(ndarray)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입력 배열에 있는 각 요소의 사인 값 구하기 </a:t>
            </a: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914400" lvl="2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FB8F75-AE42-4596-3FBF-3916AE28F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663" y="1689463"/>
            <a:ext cx="4765137" cy="422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55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E511-2925-156A-124B-4B0B313B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D384F8B-19F3-F7EF-7952-2E31692F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연산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3BCEDB-3199-5E76-0AC7-DBBA752B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5A9099-ADAB-67F8-8AAB-080118E3E3EB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436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유니버셜 함수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(Universal Functions, ufunc)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np.eye(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크기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b="1" spc="-150">
                <a:solidFill>
                  <a:srgbClr val="00B05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단위 행렬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생성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np.random.randn(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주어진 형태의 배열을 생성하고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표준 정규 분포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rgbClr val="00B05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0, </a:t>
            </a:r>
            <a:r>
              <a:rPr kumimoji="1" lang="ko-KR" altLang="en-US" sz="1800" spc="-150">
                <a:solidFill>
                  <a:srgbClr val="00B05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분산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</a:t>
            </a:r>
            <a:b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따르는 무작위 실수를 채움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np.dot(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행렬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행렬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두 배열 간의 행렬 곱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rgbClr val="00B05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내적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계산하는 함수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@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와 동일하게 동작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914400" lvl="2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712BD-B54D-D42A-BEDD-ED51AC151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57" y="1666312"/>
            <a:ext cx="4115800" cy="444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4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0DE0-638B-C17E-FBF4-4394E7772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409B818-6B3D-5D15-6211-DC0ED2C9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연산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7176D1-C334-470C-DE8C-23549647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D1D000-30BA-E066-CB8A-FD6ADCD3CC84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555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브로드캐스팅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(Broadcasting)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모양이 다른 배열들 간에도 연산을 가능하게 해주는 매우 강력하고 중요하고 효율적인 기능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!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크기가 작은 배열이 자동으로 확장되어 큰 배열의 모양에 맞춰 연산이 수행되는 원리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위의 예시에서 숫자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5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[[5, 5, 5], [5, 5, 5]]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모양으로 확장되어 모든 요소에 더해짐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실제로 데이터를 복제하는 것이 아니라서 메모리도 절약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이후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학습에서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편향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(bias)</a:t>
            </a: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더하는 연산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에서 핵심적인 역할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나중에 진행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marL="914400" lvl="2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7A7107-D943-C906-194D-5DD24F956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61" y="2647834"/>
            <a:ext cx="2420442" cy="201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13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0FD6-7AD4-5625-AF4E-B1023BC2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637CB7-70DB-57BD-A1E2-B89E40E9A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3600"/>
              <a:t>numpy </a:t>
            </a:r>
            <a:r>
              <a:rPr lang="ko-KR" altLang="en-US" sz="3600"/>
              <a:t>집계 함수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67626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A89E-168F-19F2-F17D-188CA595B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86DEB1-023A-7E0A-A162-48BD6345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집계 함수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38CCAF-6655-8848-EA25-7638A0DA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78059-0C77-47A6-77D4-014C6531FA70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집계 함수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(Aggregate Function)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배열을 입력받아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전체를 대표하는 하나의 값으로 요약해주는 함수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주요 집계 함수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np.sum()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np.mean()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np.std()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np.var()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np.min()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np.max()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np.argmin()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np.argmax()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45E412-EC8D-88AE-A363-78C5CF50E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311" y="2509692"/>
            <a:ext cx="5565734" cy="277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80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66E3-35A0-6459-7950-BDD1D55C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B03118B-E4F6-5250-4FDA-7C196688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numpy </a:t>
            </a:r>
            <a:r>
              <a:rPr lang="ko-KR" altLang="en-US" spc="-150"/>
              <a:t>집계 함수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93E4E9-1DD4-489D-B80E-681128E0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D4CA7-4D65-2614-5408-FD0D64BD7944}"/>
              </a:ext>
            </a:extLst>
          </p:cNvPr>
          <p:cNvSpPr txBox="1">
            <a:spLocks/>
          </p:cNvSpPr>
          <p:nvPr/>
        </p:nvSpPr>
        <p:spPr>
          <a:xfrm>
            <a:off x="309605" y="1007777"/>
            <a:ext cx="1122167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axis 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축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다차원 배열에서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집계 함수를 사용할 때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연산을 수행할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축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지정하는 매개변수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매개변수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axis=0 (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세로 방향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열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(column)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대해 연산을 수행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axis=1 (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가로 방향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행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(row)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대해 연산을 수행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지정하지 않는 경우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배열 전체의 모든 원소를 대상으로 연산합니다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12FBCB-FA0C-606C-CE64-C9A2ED050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514" y="2078752"/>
            <a:ext cx="4514286" cy="4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79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DA5F-D369-60BF-275B-C48AB847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1E06D7-F7BC-A57E-AE3F-E8063B11748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/>
              <a:t>Pandas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3957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3579-952D-932F-91C9-9FE0A46C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EC13631-2A64-A152-33DA-BA7C46E7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Pandas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29205B-AAE5-6845-55AA-D56B9EAC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93ACF-28A4-37FE-C8DB-CD4CAB6AB056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4859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Pandas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파이썬의 데이터 분석 라이브러리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배열 형태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엑셀 스프레드시트처럼 생긴 데이터를 다루는 데 최적화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Series(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시리즈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데이터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하나의 열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(Column)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DataFrame(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데이터프레임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차원 데이터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Series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모여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DataFrame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됨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lang="en-US" altLang="ko-KR" sz="2000">
                <a:highlight>
                  <a:srgbClr val="C0C0C0"/>
                </a:highlight>
              </a:rPr>
              <a:t>$ pip install pandas </a:t>
            </a:r>
            <a:r>
              <a:rPr lang="ko-KR" altLang="en-US" sz="2000"/>
              <a:t>로 설치 후 사용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F41A0A-AC69-35E3-AD35-069E97280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558" y="1340030"/>
            <a:ext cx="4541806" cy="25688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56628C-4284-BDF7-C25F-DFF77618F199}"/>
              </a:ext>
            </a:extLst>
          </p:cNvPr>
          <p:cNvSpPr txBox="1"/>
          <p:nvPr/>
        </p:nvSpPr>
        <p:spPr>
          <a:xfrm>
            <a:off x="618309" y="63563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/>
              <a:t>https://lsh-story.tistory.com/56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6F6FBC2-C4D8-6368-5402-470B26FBE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518" y="4170733"/>
            <a:ext cx="3228571" cy="19238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334A9A-DBD6-FCBD-2C9F-80CEDD7C7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909" y="4190749"/>
            <a:ext cx="2107229" cy="93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10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1624-67E1-08FC-F983-157796FC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372DD-C95B-2CF5-828E-6B71303E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Pandas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FDD842-B5EF-2383-23E1-25180AE1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89016-BB1D-4DA8-139E-1B43ED4154A7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34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데이터프레임 생성 방법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딕셔너리를 사용하여 생성 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가장 일반적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 단위로 리스트를 구성하고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columns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인자를 사용하여 열 이름을 직접 지정 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F9ABAD-235F-CBDF-3526-9F2ADB5FD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249" y="4522588"/>
            <a:ext cx="3542857" cy="17142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1257DA-8E13-DD6D-002F-681937D44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249" y="2029324"/>
            <a:ext cx="3095238" cy="1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10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5368-1CA4-60B5-FBF0-5310EBB7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A64684-C2B2-E1BC-5C9C-E1E363AE3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Inspecting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959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089B-5904-F9DC-9461-4C1C5EB7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BE4443D-C30F-7FF3-94AC-89746DEF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Inspecting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81E69B-A59D-8E64-7D4D-DA20E42B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A210F-B332-CED5-8A7A-C1C78B11654C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98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Data Inspecting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데이터를 처음 만났을 때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구조와 내용을 파악하는 것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87AC441-B6F5-7405-2564-13D259FDBA49}"/>
              </a:ext>
            </a:extLst>
          </p:cNvPr>
          <p:cNvSpPr txBox="1">
            <a:spLocks/>
          </p:cNvSpPr>
          <p:nvPr/>
        </p:nvSpPr>
        <p:spPr>
          <a:xfrm>
            <a:off x="309605" y="1954750"/>
            <a:ext cx="11221673" cy="2736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미리보기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(1/4)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데이터가 어떻게 생겼는 지 확인하는 방법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df.head(n)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데이터프레임의 처음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개의 행을 보여줌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(default: 5)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df.tail(n)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프레임의 마지막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n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 행을 보여줌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(default: 5)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F6AD04-D1B4-0F0B-1E88-1DF2CE05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48" y="2615454"/>
            <a:ext cx="3591356" cy="181720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3EAA1B6-8DFE-4025-413E-07CCF5D7C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3019" y="2615454"/>
            <a:ext cx="2009524" cy="2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16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0F7B-A2C3-58F4-43D7-E8126836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7695E2E-CAB2-E9CC-0945-F90393B0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Inspecting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70D5E-EC24-EC2F-6FF3-8DB66316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609D-8C16-573F-BB23-C6C22D51BC46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구조 파악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(2/4)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데이터프레임의 기술적인 요약 정보를 보여줌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결측치를 확인하거나 데이터 타입을 파악할 때 사용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df.info()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아래 정보를 알려줌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변수 타입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행의 개수와 인덱스 범위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열의 개수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열의 이름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개수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 제외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타입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메모리 사용량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함수의 반환 값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3534F2-0477-412A-E3F8-A9CE42A8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914" y="3874067"/>
            <a:ext cx="2914286" cy="18095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4C8EF4-718A-A5F0-20F5-5EE8C6F83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14" y="2255361"/>
            <a:ext cx="3961905" cy="1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5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39F4-0297-A977-2A26-3C4023D2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EA2FCB0-9143-5830-8DAC-BAA15D0B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Inspecting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EC26EA-AEF6-70B8-867F-586D3B9E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6873D-4088-9DA5-4FD4-3D5B197D802D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기술 통계 요약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(3/4)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숫자형 데이터를 가진 열에 대한 주요 통계량을 보여줌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분포를 빠르게 파악하는 데 유용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df.describe()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아래 정보를 알려줌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count: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개수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mean: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std: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표준편차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min: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최솟값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25%, 50%, 75%: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사분위수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max: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최댓값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v"/>
            </a:pP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사분위 수</a:t>
            </a:r>
            <a:endParaRPr kumimoji="1" lang="en-US" altLang="ko-KR" sz="1800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Arial" panose="020B0604020202020204" pitchFamily="34" charset="0"/>
              <a:buChar char="•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데이터를 크기순으로 정렬한 뒤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양이 똑같도록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등하는 기준점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Arial" panose="020B0604020202020204" pitchFamily="34" charset="0"/>
              <a:buChar char="•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사분위수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(Q1):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 중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하위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25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프로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해당하는 값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C53C2D-5DAC-0655-3F83-A6CA6E9C6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914" y="3855432"/>
            <a:ext cx="2676190" cy="15142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7B101C-2F13-354A-F7CB-32B3D8F27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14" y="2268872"/>
            <a:ext cx="4019048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19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E90D-0442-BC2E-46DA-91343275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0721977-426E-B82C-D5F1-ECCA6757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Inspecting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282696-350F-E875-EFD8-78396ACB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396DD-F896-CC5B-34D7-74242D523886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306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프레임 기본 속성 확인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(4/4)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df.shape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프레임의 모양을 튜플로 반환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df.columns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열의 이름을 리스트 형태로 반환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df.index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행의 인덱스를 반환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D3A5D5-8EF1-39EF-3ADD-17C53B5E5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23515"/>
            <a:ext cx="5380952" cy="2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26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7AEE-A6A3-2634-05D4-298A1905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39690B-BAAA-AD4C-68C6-44B50D214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indexing &amp; filtering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901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0577-4C07-4B40-8FB3-5FBD63C6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91C3A40-FA51-9B77-C3E4-305E1CEA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indexing &amp; filtering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FCCB49-9FD3-7AC3-7E09-807D9B39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9B6079-DFF1-885A-560B-EBD1BDD47155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선택 및 필터링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데이터를 원하는 대로 고르고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걸러내는 작업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분석 및 전처리 작업에 유용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457200" lvl="1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996AC0F-BD99-DEE9-FC7E-6816684A8EBF}"/>
              </a:ext>
            </a:extLst>
          </p:cNvPr>
          <p:cNvSpPr txBox="1">
            <a:spLocks/>
          </p:cNvSpPr>
          <p:nvPr/>
        </p:nvSpPr>
        <p:spPr>
          <a:xfrm>
            <a:off x="309605" y="2605800"/>
            <a:ext cx="11221673" cy="366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(Column)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선택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특정 열의 데이터만 확인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914400" lvl="1" indent="-4572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한 개의 열 선택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df[‘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컬럼명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’]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Series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형태로 반환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914400" lvl="1" indent="-4572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여러 개의 열 선택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df[ [ ‘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컬럼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1’, ‘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컬럼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2’ ] ]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DataFrame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형태로 반환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2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4AD80F-BD57-0A53-1592-3D89038A4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343" y="2696810"/>
            <a:ext cx="1885714" cy="32952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FF6527-D7ED-5DFA-FAAF-76B7C74AF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697" y="2701572"/>
            <a:ext cx="4257143" cy="3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54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4E256-6741-7674-1456-8E04C2D4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631D4B6-3234-24EC-2367-EBD37D1C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indexing &amp; filtering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DD0CBB-D158-C664-1CD4-E9341096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08AD55-8571-1AF1-F1BA-13DFA86D7B66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4399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(row) 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선택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특정 행의 데이터를 확인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.loc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이름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(label)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기반 선택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슬라이싱으로 여러 행 선택 가능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 슬라이싱과는 다르게 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끝점을 포함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!”</a:t>
            </a: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en-US" altLang="ko-KR" sz="20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.iloc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숫자 위치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(Integer Position)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기반 선택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부터 시작하는 정수 위치를 사용하여 행을 선택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파이썬 슬라이싱처럼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끝점을 포함하지 않음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6019CC-F759-C9E3-6275-BD0B3398C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002" y="2071962"/>
            <a:ext cx="2257143" cy="36857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AE1DB0-4AD4-36B3-3B31-58B3417F4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061" y="2071962"/>
            <a:ext cx="3954126" cy="30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63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C34E-E7F3-2492-7081-47FEFB43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64342E-6A8C-8640-B6C5-426ACCE0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indexing &amp; filtering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1F2D54-D8BC-293A-76F2-46F0B382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7A9F7-914B-45DE-438C-37920265DEBF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144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행과 열을 함께 선택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열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형태로 인자를 전달하여 원하는 셀의 값을 선택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D05E02-26FB-71BD-1185-D6663D442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010" y="4894580"/>
            <a:ext cx="2019048" cy="9904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5349B-239C-2965-52BB-290430779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10" y="2114714"/>
            <a:ext cx="4295238" cy="2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64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9F5C-D1D8-D377-9662-E3533D9C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37E4370-02BF-F31D-3215-404F2050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indexing &amp; filtering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549B0D-37F8-9C27-B0DB-F64E4DDF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76807-EB8B-6E99-9F55-D4B9992F64E8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1812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Boolean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Indexing</a:t>
            </a: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필터링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특정 조건에 따라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True/False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값으로 구성된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“Boolean Series”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생성하고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시리즈를 데이터프레임에 적용하여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True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 행만 추출하는 방식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6BE00F-80DD-36D2-4481-49C8DED1B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600" y="5118500"/>
            <a:ext cx="2000000" cy="6095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8F9B40-FCF0-58D3-0965-05EB05276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600" y="2368078"/>
            <a:ext cx="4276190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66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4C72-1D9D-E1B1-4D36-6B9C295C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B781EAE-86C9-B142-E034-482EF846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indexing &amp; filtering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1B0D07-5EC4-99E7-C8AD-C5629039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5EF2C-6264-592C-2ADF-6A8CB69D59E5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190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복합 조건 필터링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여러 조건을 동시에 적용할 때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논리 연산자를 사용하여 필터링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조건은 반드시 괄호로 묶어야 함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49697B-4CE6-28B7-9DF9-C12EFAD9C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16705"/>
            <a:ext cx="2076190" cy="21523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204B59-24F1-9348-3006-47B67BDDA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46" y="2553042"/>
            <a:ext cx="5038095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53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1E00-2203-82B7-FED0-1D1829F2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FC99569-FECB-6185-D73E-901F570E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pc="-150"/>
              <a:t>indexing &amp; filtering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E83E88-2DB8-2A5C-B005-7CDBBDFD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6F289C-DE1F-C291-AF20-9C26204A949E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402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특수 조건 필터링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특정 값의 포함 여부나 결측치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(NaN)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처리할 때 사용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.isin(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리스트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해당 컬럼의 값이 주어진 리스트에 포함되는 행을 선택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.isnull(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값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해당 컬럼 값이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결측치인 경우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True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반환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.notnull(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값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해당 컬럼 값이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결측치가 아닌 경우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True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반환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6F3550-ACB8-DE61-B234-B5EFCA52C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511" y="1649347"/>
            <a:ext cx="1758187" cy="18794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E446E39-950A-CC1F-95C0-F9805E4CF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49347"/>
            <a:ext cx="4032069" cy="470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66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2038-131E-0A79-428F-8DE4792F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B27EFD-5332-CCBA-47DD-302CFC296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 전처리 및 변환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1356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1AFB-117A-6AE5-9AD5-0A536891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31A6D3-74E5-F14D-51EA-677C3630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데이터 전처리 및 변환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ADE941-BE7C-0099-2C11-598BFC70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A6E45F-632B-2C58-3282-F9F1EF1C12FA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403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 처리</a:t>
            </a:r>
            <a:endParaRPr kumimoji="1"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신뢰도를 떨어뜨리고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모델의 학습을 방해하는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처리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.dropna()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결측치가 있는 행 또는 열을 제거 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손실 발생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2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.fillna()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결측값을 특정 값으로 대체 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제거보다 데이터 손실이 적어 일반적으로 선호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62CFCF-9242-4B9D-1A5E-D22FD5881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2146134"/>
            <a:ext cx="1704762" cy="28571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A803246-FCCC-641C-ADEC-7CBB37589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7945" y="2154572"/>
            <a:ext cx="4228571" cy="3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7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1BCA-80C7-FC65-F52F-708E9873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D78EDAD-05AF-F246-15CA-9EBA57C8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데이터 전처리 및 변환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6BC815-3BEF-82AE-429E-8E3E5E76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D3ACE-E3B3-C7BE-A324-3FC1187274D9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변환 및 수정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새로운 컬럼 형성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형태를 바꾸거나 새로운 특징을 생성하는 과정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기존 컬럼들을 조합하여 새로운 컬럼 생성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F9FBB0-A006-9AC6-15F7-C2D4B4D5D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743" y="2791172"/>
            <a:ext cx="2371429" cy="9047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55B380-BA62-BC96-9F7C-6DEA692FE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196" y="2791172"/>
            <a:ext cx="4923809" cy="3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54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3D860-048A-E8ED-F330-853B0BB0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1889487-F2CC-6C13-2CD4-B5A7305A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데이터 전처리 및 변환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5B6F7DC-E72E-DEB4-755E-05F693B4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3FBCF8-E64F-D667-272F-2D59F035128F}"/>
              </a:ext>
            </a:extLst>
          </p:cNvPr>
          <p:cNvSpPr txBox="1">
            <a:spLocks/>
          </p:cNvSpPr>
          <p:nvPr/>
        </p:nvSpPr>
        <p:spPr>
          <a:xfrm>
            <a:off x="309605" y="972943"/>
            <a:ext cx="11221673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변환 및 수정 </a:t>
            </a:r>
            <a:r>
              <a:rPr kumimoji="1"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.astype()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타입 변환이 잘못 지정된 경우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타입을 변경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숫자가 문자열로 인식된 경우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67167F-B6D4-5E32-468C-18F0521E8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112" y="2780295"/>
            <a:ext cx="1895238" cy="8857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C8531B4-B417-7851-D65D-214EAAE23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561" y="2780295"/>
            <a:ext cx="4561905" cy="3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20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1013-7C50-5F75-92D3-F70E8615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040D0B-EA79-CA29-2C81-08A964E7D92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/>
              <a:t>참고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69479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BD43-3E0C-2666-09C8-F5942AAE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9CF852-8F79-C084-7103-76E335D60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코랩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6087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9BEF-854B-B420-44E9-4E4F679B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B37F510-42E4-0A70-1920-D86CFD9051F7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en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Seaborn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이란</a:t>
            </a:r>
            <a:endParaRPr kumimoji="1" lang="en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분석 시각화 패키지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준비의 어려움 해결 해줌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검증된 데이터 분석 파일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(CSV),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데이터셋을 자체적으로 예제로 제공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620847" lvl="3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lang="ko-KR" altLang="en-US" sz="1400"/>
              <a:t>꽃의 정보</a:t>
            </a:r>
            <a:endParaRPr lang="en-US" altLang="ko-KR" sz="1400"/>
          </a:p>
          <a:p>
            <a:pPr marL="1620847" lvl="3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lang="ko-KR" altLang="en-US" sz="1400"/>
              <a:t>타이타닉 생존자 정보</a:t>
            </a:r>
            <a:endParaRPr lang="en-US" altLang="ko-KR" sz="1400"/>
          </a:p>
          <a:p>
            <a:pPr marL="1620847" lvl="3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lang="ko-KR" altLang="en-US" sz="1400"/>
              <a:t>식당 팁 정보</a:t>
            </a:r>
          </a:p>
          <a:p>
            <a:pPr marL="1620847" lvl="3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endParaRPr kumimoji="1" lang="ko-KR" altLang="en-US" sz="14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복잡한 코드없이도 데이터를 시각화하여 데이터에서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패턴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발견할 수 있다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pPr marL="0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266700" indent="-2667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endParaRPr kumimoji="1" lang="ko-KR" altLang="en-US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81C1DCD-A3C8-406A-42B7-7402B277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코랩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F53CC-4297-41E9-D52B-68A4DA89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AA00F-B0D0-35D5-98D0-7E212BA73798}"/>
              </a:ext>
            </a:extLst>
          </p:cNvPr>
          <p:cNvSpPr txBox="1"/>
          <p:nvPr/>
        </p:nvSpPr>
        <p:spPr>
          <a:xfrm>
            <a:off x="7177216" y="2618917"/>
            <a:ext cx="4176584" cy="9684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" altLang="ko-KR" sz="2000" b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tips </a:t>
            </a:r>
            <a:r>
              <a:rPr lang="ko-KR" altLang="en-US" sz="2000" b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데이터셋 로드</a:t>
            </a:r>
            <a:endParaRPr lang="ko-KR" altLang="en-US" sz="2000" b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" altLang="ko-KR" sz="2000" b="0">
                <a:solidFill>
                  <a:srgbClr val="9CDCF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en" altLang="ko-KR" sz="2000" b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sns.load_dataset(</a:t>
            </a:r>
            <a:r>
              <a:rPr lang="en" altLang="ko-KR" sz="2000" b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'tips’</a:t>
            </a:r>
            <a:r>
              <a:rPr lang="en" altLang="ko-KR" sz="2000" b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E29D6C-0FD6-0E52-8D73-8A07E5508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78500"/>
            <a:ext cx="5873749" cy="2142975"/>
          </a:xfrm>
          <a:prstGeom prst="rect">
            <a:avLst/>
          </a:prstGeom>
        </p:spPr>
      </p:pic>
      <p:pic>
        <p:nvPicPr>
          <p:cNvPr id="12" name="그림 11" descr="그래프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A9CEB4-6E75-2121-DB58-3FB774B8CD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216" y="4578500"/>
            <a:ext cx="3068753" cy="2098769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D8A6BD2-0C95-E4B6-7D4F-047A035B1C15}"/>
              </a:ext>
            </a:extLst>
          </p:cNvPr>
          <p:cNvSpPr txBox="1">
            <a:spLocks/>
          </p:cNvSpPr>
          <p:nvPr/>
        </p:nvSpPr>
        <p:spPr>
          <a:xfrm>
            <a:off x="9148277" y="4158807"/>
            <a:ext cx="2823961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itchFamily="2" charset="2"/>
              <a:buChar char="v"/>
            </a:pP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시각화는 추후 다룰 예정</a:t>
            </a:r>
            <a:endParaRPr kumimoji="1" lang="en-US" altLang="ko-KR" sz="1600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1758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C89E-541C-CA20-91DE-35203623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37394E5-78F4-CA1F-DCC2-688D31F4D943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코랩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(colab)</a:t>
            </a: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구글이 제공하는 무료 클라우드 기반 코딩 환경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웹 브라우저로 파이썬 코드를 바로 작성하고 실행할 수 있음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비싼 장비 없이도 복잡한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모델을 훈련하고 실험할 수 있는 강력한 환경을 무료로 제공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대규모 계산을 빠르게 처리할 수 있는 </a:t>
            </a:r>
            <a:r>
              <a:rPr kumimoji="1" lang="ko-KR" altLang="en-US" sz="16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고성능 하드웨어</a:t>
            </a:r>
            <a:r>
              <a:rPr kumimoji="1" lang="en-US" altLang="ko-KR" sz="16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(GPU, TPU)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무료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 제공  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=&gt; AI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모델을 훈련시키는 데 유용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개발을 위한 텐서플로우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(TensorFlow),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파이토치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(PyTorch),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사이킷런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(Scikit-learn)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등 수많은 라이브러리가 </a:t>
            </a:r>
            <a:r>
              <a:rPr kumimoji="1" lang="ko-KR" altLang="en-US" sz="16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미리 설치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되어 있음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코랩 노트북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(.ipynb)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구글 드라이브에 저장되어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다른 사람과 쉽게 공유 가능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인터넷만 연결된다면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다른 장소나 다른 컴퓨터로도 동일한 환경에서 작업을 이어나갈 수 있음</a:t>
            </a:r>
            <a:endParaRPr kumimoji="1" lang="en-US" altLang="ko-KR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266700" indent="-2667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endParaRPr kumimoji="1" lang="en-US" altLang="ko-KR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266700" indent="-2667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endParaRPr kumimoji="1" lang="ko-KR" altLang="en-US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246E8F7-AE5F-AFC5-93E7-B4BCBA34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코랩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39321C-86BA-2A70-1996-20AD92E8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1D2FD-9D8C-AB29-C1DE-6A5294A21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30" y="4742079"/>
            <a:ext cx="3219368" cy="18880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3576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FCCB-C595-E96F-852E-F345E785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BBCFAFD-1F43-1349-30C4-BBC9076DF078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ipynb(Interactive Python Notebook)</a:t>
            </a: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주피터 노트북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(Jupyter Notebook)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파일의 확장자 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코드 외에 </a:t>
            </a:r>
            <a:r>
              <a:rPr kumimoji="1" lang="ko-KR" altLang="en-US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코드 실행 결과</a:t>
            </a: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설명 텍스트</a:t>
            </a: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이미지</a:t>
            </a:r>
            <a:r>
              <a:rPr kumimoji="1" lang="en-US" altLang="ko-KR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차트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등을 모두 하나의 문서에 담을 수 있음 </a:t>
            </a:r>
            <a:endParaRPr kumimoji="1" lang="en-US" altLang="ko-KR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특징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코드를 한 번에 실행하지 않고도 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특정 부분</a:t>
            </a:r>
            <a:r>
              <a:rPr kumimoji="1" lang="en-US" altLang="ko-KR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셀</a:t>
            </a:r>
            <a:r>
              <a:rPr kumimoji="1" lang="en-US" altLang="ko-KR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cell)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결과를 즉시 확인할 수 있음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코드 외의 다른 양식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설명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수식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이미지 등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함께 작성할 수 있음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시각적인 결과를 확인할 수 있음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163647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endParaRPr kumimoji="1" lang="en-US" altLang="ko-KR" sz="1600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576BDB6-E434-58FC-A9BF-48FDB9E8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코랩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8711E3-E959-CA45-9C49-C1829B4B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3211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4831-D61B-56F0-AABD-A74131D64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5AE99D5B-1CDB-5E9D-0CA6-720370D9E2D5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384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런타임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(runtime)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사용자의 코드를 실행하기 위해 구글이 할당해주는 클라우드 위의 </a:t>
            </a:r>
            <a:r>
              <a:rPr kumimoji="1" lang="ko-KR" altLang="en-US" sz="20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가상 컴퓨터</a:t>
            </a:r>
            <a:endParaRPr kumimoji="1" lang="en-US" altLang="ko-KR" sz="20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코랩 노트북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(ipynb)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독립적인 런타임을 가지며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서로 다른 노트북에 영향을 주지 않음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영구적이지 않으며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일정 시간동안 활동이 없거나 최대 사용 시간에 도달하면 연결이 끊김</a:t>
            </a:r>
            <a:b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설치한 라이브러리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변수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업로드 파일 모두 삭제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marL="706447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SzPct val="100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무료 사용량이 정해져있기 때문에 수업에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GPU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필요한 경우에만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GPU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연결해서 사용하기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(default: CPU)</a:t>
            </a:r>
            <a:endParaRPr kumimoji="1" lang="en-US" altLang="ko-KR" sz="2000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266700" indent="-2667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endParaRPr kumimoji="1" lang="en-US" altLang="ko-KR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266700" indent="-2667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endParaRPr kumimoji="1" lang="ko-KR" altLang="en-US" sz="2400" b="1" spc="-150" dirty="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AA25655-3397-1BFB-EB9D-1DFA304B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코랩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3EFE1C-F621-5F65-859A-8430EA72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E5C476-E503-9624-93BB-F58C5A3EB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804" y="4146601"/>
            <a:ext cx="3563366" cy="2025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3EF8A0-7B07-89FC-194A-403498718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458" y="3816331"/>
            <a:ext cx="2495700" cy="2916735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6843FDC-CC0D-C4DC-C4B0-625CE448D231}"/>
              </a:ext>
            </a:extLst>
          </p:cNvPr>
          <p:cNvSpPr/>
          <p:nvPr/>
        </p:nvSpPr>
        <p:spPr>
          <a:xfrm>
            <a:off x="5025006" y="5035304"/>
            <a:ext cx="444616" cy="4781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613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맑은 고딕"/>
        <a:font script="Hebr" typeface="맑은 고딕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맑은 고딕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맑은 고딕"/>
        <a:font script="Hebr" typeface="맑은 고딕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맑은 고딕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맑은 고딕"/>
        <a:font script="Hebr" typeface="맑은 고딕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맑은 고딕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13B4BD8A056C4790386A6040E7CFD1" ma:contentTypeVersion="14" ma:contentTypeDescription="Create a new document." ma:contentTypeScope="" ma:versionID="cba4c7284f984d0e58bc5d1f8e1eab77">
  <xsd:schema xmlns:xsd="http://www.w3.org/2001/XMLSchema" xmlns:xs="http://www.w3.org/2001/XMLSchema" xmlns:p="http://schemas.microsoft.com/office/2006/metadata/properties" xmlns:ns2="8ac307eb-12d9-434d-8280-a47ce07b356d" xmlns:ns3="8f805e87-c28d-4de3-9cfd-97861b2d07b7" targetNamespace="http://schemas.microsoft.com/office/2006/metadata/properties" ma:root="true" ma:fieldsID="b03236e00aeb926428a82f8087a1860a" ns2:_="" ns3:_="">
    <xsd:import namespace="8ac307eb-12d9-434d-8280-a47ce07b356d"/>
    <xsd:import namespace="8f805e87-c28d-4de3-9cfd-97861b2d0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307eb-12d9-434d-8280-a47ce07b35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c46e051-5fa8-49ba-8aeb-00ab0dce5d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05e87-c28d-4de3-9cfd-97861b2d07b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8b60f0b-eddc-4fe4-b104-204d6cb4ead2}" ma:internalName="TaxCatchAll" ma:showField="CatchAllData" ma:web="8f805e87-c28d-4de3-9cfd-97861b2d07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805e87-c28d-4de3-9cfd-97861b2d07b7" xsi:nil="true"/>
    <lcf76f155ced4ddcb4097134ff3c332f xmlns="8ac307eb-12d9-434d-8280-a47ce07b356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1BD0F97-9048-4C1E-8AF0-AA2D280485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c307eb-12d9-434d-8280-a47ce07b356d"/>
    <ds:schemaRef ds:uri="8f805e87-c28d-4de3-9cfd-97861b2d0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B9AB81-7F81-47D8-BFD0-372AAAC260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BD23B8-C58B-44B7-97C2-6793E35F693E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8f805e87-c28d-4de3-9cfd-97861b2d07b7"/>
    <ds:schemaRef ds:uri="http://schemas.microsoft.com/office/infopath/2007/PartnerControls"/>
    <ds:schemaRef ds:uri="8ac307eb-12d9-434d-8280-a47ce07b356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10824</TotalTime>
  <Words>2138</Words>
  <Application>Microsoft Office PowerPoint</Application>
  <PresentationFormat>와이드스크린</PresentationFormat>
  <Paragraphs>441</Paragraphs>
  <Slides>47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7" baseType="lpstr">
      <vt:lpstr>Wingdings</vt:lpstr>
      <vt:lpstr>맑은 고딕</vt:lpstr>
      <vt:lpstr>삼성긴고딕 Medium</vt:lpstr>
      <vt:lpstr>Arial</vt:lpstr>
      <vt:lpstr>삼성긴고딕 ExtraBold</vt:lpstr>
      <vt:lpstr>Pretendard Variable Light</vt:lpstr>
      <vt:lpstr>삼성긴고딕 Bold</vt:lpstr>
      <vt:lpstr>D2Coding</vt:lpstr>
      <vt:lpstr>삼성긴고딕 Regular</vt:lpstr>
      <vt:lpstr>Office 테마</vt:lpstr>
      <vt:lpstr>PowerPoint 프레젠테이션</vt:lpstr>
      <vt:lpstr>Numpy</vt:lpstr>
      <vt:lpstr>Numpy</vt:lpstr>
      <vt:lpstr>Numpy</vt:lpstr>
      <vt:lpstr>PowerPoint 프레젠테이션</vt:lpstr>
      <vt:lpstr>Numpy 함수</vt:lpstr>
      <vt:lpstr>Numpy 함수</vt:lpstr>
      <vt:lpstr>PowerPoint 프레젠테이션</vt:lpstr>
      <vt:lpstr>인덱싱과 슬라이싱</vt:lpstr>
      <vt:lpstr>인덱싱과 슬라이싱</vt:lpstr>
      <vt:lpstr>인덱싱과 슬라이싱</vt:lpstr>
      <vt:lpstr>인덱싱과 슬라이싱</vt:lpstr>
      <vt:lpstr>인덱싱과 슬라이싱</vt:lpstr>
      <vt:lpstr>PowerPoint 프레젠테이션</vt:lpstr>
      <vt:lpstr>numpy 연산</vt:lpstr>
      <vt:lpstr>numpy 연산</vt:lpstr>
      <vt:lpstr>numpy 연산</vt:lpstr>
      <vt:lpstr>numpy 연산</vt:lpstr>
      <vt:lpstr>numpy 연산</vt:lpstr>
      <vt:lpstr>PowerPoint 프레젠테이션</vt:lpstr>
      <vt:lpstr>numpy 집계 함수</vt:lpstr>
      <vt:lpstr>numpy 집계 함수</vt:lpstr>
      <vt:lpstr>PowerPoint 프레젠테이션</vt:lpstr>
      <vt:lpstr>Pandas</vt:lpstr>
      <vt:lpstr>Pandas</vt:lpstr>
      <vt:lpstr>PowerPoint 프레젠테이션</vt:lpstr>
      <vt:lpstr>Inspecting</vt:lpstr>
      <vt:lpstr>Inspecting</vt:lpstr>
      <vt:lpstr>Inspecting</vt:lpstr>
      <vt:lpstr>Inspecting</vt:lpstr>
      <vt:lpstr>PowerPoint 프레젠테이션</vt:lpstr>
      <vt:lpstr>indexing &amp; filtering</vt:lpstr>
      <vt:lpstr>indexing &amp; filtering</vt:lpstr>
      <vt:lpstr>indexing &amp; filtering</vt:lpstr>
      <vt:lpstr>indexing &amp; filtering</vt:lpstr>
      <vt:lpstr>indexing &amp; filtering</vt:lpstr>
      <vt:lpstr>indexing &amp; filtering</vt:lpstr>
      <vt:lpstr>PowerPoint 프레젠테이션</vt:lpstr>
      <vt:lpstr>데이터 전처리 및 변환</vt:lpstr>
      <vt:lpstr>데이터 전처리 및 변환</vt:lpstr>
      <vt:lpstr>데이터 전처리 및 변환</vt:lpstr>
      <vt:lpstr>PowerPoint 프레젠테이션</vt:lpstr>
      <vt:lpstr>PowerPoint 프레젠테이션</vt:lpstr>
      <vt:lpstr>코랩</vt:lpstr>
      <vt:lpstr>코랩</vt:lpstr>
      <vt:lpstr>코랩</vt:lpstr>
      <vt:lpstr>코랩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jjun</dc:creator>
  <cp:lastModifiedBy>giwook shin</cp:lastModifiedBy>
  <cp:revision>648</cp:revision>
  <cp:lastPrinted>2019-06-28T04:10:12Z</cp:lastPrinted>
  <dcterms:created xsi:type="dcterms:W3CDTF">2019-05-31T09:31:34Z</dcterms:created>
  <dcterms:modified xsi:type="dcterms:W3CDTF">2026-03-16T08:39:23Z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AB52C6BCCACA94F22A564D49379192C1F85FD503E8D057CDEFC9F621448DEA2A</vt:lpwstr>
  </property>
  <property fmtid="{D5CDD505-2E9C-101B-9397-08002B2CF9AE}" pid="2" name="NSCPROP">
    <vt:lpwstr>NSCCustomProperty</vt:lpwstr>
  </property>
  <property fmtid="{D5CDD505-2E9C-101B-9397-08002B2CF9AE}" pid="3" name="NSCPROP_SA">
    <vt:lpwstr>C:\mySingle\TEMP\(190618) 2기 입학식 진행PPT v1.2.pptx</vt:lpwstr>
  </property>
  <property fmtid="{D5CDD505-2E9C-101B-9397-08002B2CF9AE}" pid="4" name="ContentTypeId">
    <vt:lpwstr>0x010100F013B4BD8A056C4790386A6040E7CFD1</vt:lpwstr>
  </property>
  <property fmtid="{D5CDD505-2E9C-101B-9397-08002B2CF9AE}" pid="5" name="MediaServiceImageTags">
    <vt:lpwstr/>
  </property>
</Properties>
</file>